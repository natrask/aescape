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8.bin" ContentType="image/unknown"/>
  <Override PartName="/ppt/media/image1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4249" r:id="rId3"/>
    <p:sldId id="4259" r:id="rId4"/>
    <p:sldId id="4255" r:id="rId5"/>
    <p:sldId id="4258" r:id="rId6"/>
    <p:sldId id="4256" r:id="rId7"/>
    <p:sldId id="309" r:id="rId8"/>
    <p:sldId id="310" r:id="rId9"/>
    <p:sldId id="311" r:id="rId10"/>
    <p:sldId id="4260" r:id="rId11"/>
    <p:sldId id="257" r:id="rId12"/>
    <p:sldId id="314" r:id="rId13"/>
    <p:sldId id="258" r:id="rId14"/>
    <p:sldId id="315" r:id="rId15"/>
    <p:sldId id="259" r:id="rId16"/>
    <p:sldId id="260" r:id="rId17"/>
    <p:sldId id="261" r:id="rId18"/>
    <p:sldId id="312" r:id="rId19"/>
    <p:sldId id="266" r:id="rId20"/>
    <p:sldId id="267" r:id="rId21"/>
    <p:sldId id="268" r:id="rId22"/>
    <p:sldId id="269" r:id="rId23"/>
    <p:sldId id="294" r:id="rId24"/>
    <p:sldId id="316" r:id="rId25"/>
    <p:sldId id="270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9" r:id="rId43"/>
    <p:sldId id="290" r:id="rId44"/>
    <p:sldId id="291" r:id="rId45"/>
    <p:sldId id="293" r:id="rId46"/>
    <p:sldId id="295" r:id="rId47"/>
    <p:sldId id="296" r:id="rId48"/>
    <p:sldId id="297" r:id="rId49"/>
    <p:sldId id="298" r:id="rId50"/>
    <p:sldId id="299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6A8E5D-A49E-4635-AF6A-3FBEBC85C722}" v="4" dt="2026-09-07T09:56:16.674"/>
    <p1510:client id="{9AD79796-B627-473C-9F6A-F64993093037}" v="2761" dt="2026-09-08T11:05:16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 Trask" userId="384e9559073622a4" providerId="LiveId" clId="{B4914FED-F8C9-481A-A6D0-DDB97EE09C5D}"/>
    <pc:docChg chg="undo custSel addSld delSld modSld sldOrd">
      <pc:chgData name="Nat Trask" userId="384e9559073622a4" providerId="LiveId" clId="{B4914FED-F8C9-481A-A6D0-DDB97EE09C5D}" dt="2026-09-08T11:05:16.885" v="2771" actId="1076"/>
      <pc:docMkLst>
        <pc:docMk/>
      </pc:docMkLst>
      <pc:sldChg chg="addSp modSp mod">
        <pc:chgData name="Nat Trask" userId="384e9559073622a4" providerId="LiveId" clId="{B4914FED-F8C9-481A-A6D0-DDB97EE09C5D}" dt="2026-09-08T02:19:36.257" v="172" actId="20577"/>
        <pc:sldMkLst>
          <pc:docMk/>
          <pc:sldMk cId="0" sldId="256"/>
        </pc:sldMkLst>
        <pc:spChg chg="mod">
          <ac:chgData name="Nat Trask" userId="384e9559073622a4" providerId="LiveId" clId="{B4914FED-F8C9-481A-A6D0-DDB97EE09C5D}" dt="2026-09-08T02:19:36.257" v="172" actId="20577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Nat Trask" userId="384e9559073622a4" providerId="LiveId" clId="{B4914FED-F8C9-481A-A6D0-DDB97EE09C5D}" dt="2026-09-08T02:19:23.908" v="143" actId="1076"/>
          <ac:picMkLst>
            <pc:docMk/>
            <pc:sldMk cId="0" sldId="256"/>
            <ac:picMk id="6" creationId="{8B280553-7DC8-D731-0765-FD58A4AEF092}"/>
          </ac:picMkLst>
        </pc:picChg>
      </pc:sldChg>
      <pc:sldChg chg="delSp modSp mod">
        <pc:chgData name="Nat Trask" userId="384e9559073622a4" providerId="LiveId" clId="{B4914FED-F8C9-481A-A6D0-DDB97EE09C5D}" dt="2026-09-08T10:24:48.677" v="297" actId="20577"/>
        <pc:sldMkLst>
          <pc:docMk/>
          <pc:sldMk cId="0" sldId="257"/>
        </pc:sldMkLst>
        <pc:spChg chg="mod">
          <ac:chgData name="Nat Trask" userId="384e9559073622a4" providerId="LiveId" clId="{B4914FED-F8C9-481A-A6D0-DDB97EE09C5D}" dt="2026-09-08T10:24:48.677" v="297" actId="20577"/>
          <ac:spMkLst>
            <pc:docMk/>
            <pc:sldMk cId="0" sldId="257"/>
            <ac:spMk id="4" creationId="{00000000-0000-0000-0000-000000000000}"/>
          </ac:spMkLst>
        </pc:spChg>
        <pc:spChg chg="del">
          <ac:chgData name="Nat Trask" userId="384e9559073622a4" providerId="LiveId" clId="{B4914FED-F8C9-481A-A6D0-DDB97EE09C5D}" dt="2026-09-08T02:16:26.229" v="2" actId="478"/>
          <ac:spMkLst>
            <pc:docMk/>
            <pc:sldMk cId="0" sldId="257"/>
            <ac:spMk id="9" creationId="{70958203-0AD6-A217-4163-D4E261095045}"/>
          </ac:spMkLst>
        </pc:spChg>
        <pc:spChg chg="del">
          <ac:chgData name="Nat Trask" userId="384e9559073622a4" providerId="LiveId" clId="{B4914FED-F8C9-481A-A6D0-DDB97EE09C5D}" dt="2026-09-08T02:16:26.229" v="2" actId="478"/>
          <ac:spMkLst>
            <pc:docMk/>
            <pc:sldMk cId="0" sldId="257"/>
            <ac:spMk id="10" creationId="{7D0946F4-1017-6B03-0936-9F25ADC02ABD}"/>
          </ac:spMkLst>
        </pc:spChg>
        <pc:picChg chg="mod">
          <ac:chgData name="Nat Trask" userId="384e9559073622a4" providerId="LiveId" clId="{B4914FED-F8C9-481A-A6D0-DDB97EE09C5D}" dt="2026-09-08T02:16:31.741" v="4" actId="1076"/>
          <ac:picMkLst>
            <pc:docMk/>
            <pc:sldMk cId="0" sldId="257"/>
            <ac:picMk id="7" creationId="{6F621B15-815A-C0A0-B93C-93F594F842B3}"/>
          </ac:picMkLst>
        </pc:picChg>
        <pc:picChg chg="del">
          <ac:chgData name="Nat Trask" userId="384e9559073622a4" providerId="LiveId" clId="{B4914FED-F8C9-481A-A6D0-DDB97EE09C5D}" dt="2026-09-08T02:16:19.676" v="0" actId="478"/>
          <ac:picMkLst>
            <pc:docMk/>
            <pc:sldMk cId="0" sldId="257"/>
            <ac:picMk id="8" creationId="{68616E95-CB41-F7AC-80F5-4F0E49D26174}"/>
          </ac:picMkLst>
        </pc:picChg>
      </pc:sldChg>
      <pc:sldChg chg="delSp mod">
        <pc:chgData name="Nat Trask" userId="384e9559073622a4" providerId="LiveId" clId="{B4914FED-F8C9-481A-A6D0-DDB97EE09C5D}" dt="2026-09-08T02:21:33.511" v="179" actId="478"/>
        <pc:sldMkLst>
          <pc:docMk/>
          <pc:sldMk cId="0" sldId="258"/>
        </pc:sldMkLst>
        <pc:spChg chg="del">
          <ac:chgData name="Nat Trask" userId="384e9559073622a4" providerId="LiveId" clId="{B4914FED-F8C9-481A-A6D0-DDB97EE09C5D}" dt="2026-09-08T02:21:33.511" v="179" actId="478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02:16:49.392" v="19" actId="1036"/>
        <pc:sldMkLst>
          <pc:docMk/>
          <pc:sldMk cId="0" sldId="260"/>
        </pc:sldMkLst>
        <pc:spChg chg="mod">
          <ac:chgData name="Nat Trask" userId="384e9559073622a4" providerId="LiveId" clId="{B4914FED-F8C9-481A-A6D0-DDB97EE09C5D}" dt="2026-09-08T02:16:49.392" v="19" actId="1036"/>
          <ac:spMkLst>
            <pc:docMk/>
            <pc:sldMk cId="0" sldId="260"/>
            <ac:spMk id="9" creationId="{00000000-0000-0000-0000-000000000000}"/>
          </ac:spMkLst>
        </pc:spChg>
      </pc:sldChg>
      <pc:sldChg chg="del">
        <pc:chgData name="Nat Trask" userId="384e9559073622a4" providerId="LiveId" clId="{B4914FED-F8C9-481A-A6D0-DDB97EE09C5D}" dt="2026-09-08T02:21:52.892" v="182" actId="47"/>
        <pc:sldMkLst>
          <pc:docMk/>
          <pc:sldMk cId="0" sldId="262"/>
        </pc:sldMkLst>
      </pc:sldChg>
      <pc:sldChg chg="del">
        <pc:chgData name="Nat Trask" userId="384e9559073622a4" providerId="LiveId" clId="{B4914FED-F8C9-481A-A6D0-DDB97EE09C5D}" dt="2026-09-08T02:21:49.466" v="180" actId="47"/>
        <pc:sldMkLst>
          <pc:docMk/>
          <pc:sldMk cId="0" sldId="263"/>
        </pc:sldMkLst>
      </pc:sldChg>
      <pc:sldChg chg="del">
        <pc:chgData name="Nat Trask" userId="384e9559073622a4" providerId="LiveId" clId="{B4914FED-F8C9-481A-A6D0-DDB97EE09C5D}" dt="2026-09-08T02:21:51.385" v="181" actId="47"/>
        <pc:sldMkLst>
          <pc:docMk/>
          <pc:sldMk cId="0" sldId="264"/>
        </pc:sldMkLst>
      </pc:sldChg>
      <pc:sldChg chg="del">
        <pc:chgData name="Nat Trask" userId="384e9559073622a4" providerId="LiveId" clId="{B4914FED-F8C9-481A-A6D0-DDB97EE09C5D}" dt="2026-09-08T02:21:54.795" v="183" actId="47"/>
        <pc:sldMkLst>
          <pc:docMk/>
          <pc:sldMk cId="0" sldId="265"/>
        </pc:sldMkLst>
      </pc:sldChg>
      <pc:sldChg chg="modSp mod">
        <pc:chgData name="Nat Trask" userId="384e9559073622a4" providerId="LiveId" clId="{B4914FED-F8C9-481A-A6D0-DDB97EE09C5D}" dt="2026-09-08T10:29:06.326" v="605" actId="20577"/>
        <pc:sldMkLst>
          <pc:docMk/>
          <pc:sldMk cId="0" sldId="266"/>
        </pc:sldMkLst>
        <pc:spChg chg="mod">
          <ac:chgData name="Nat Trask" userId="384e9559073622a4" providerId="LiveId" clId="{B4914FED-F8C9-481A-A6D0-DDB97EE09C5D}" dt="2026-09-08T10:29:06.326" v="605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30:18.502" v="679" actId="6549"/>
        <pc:sldMkLst>
          <pc:docMk/>
          <pc:sldMk cId="0" sldId="268"/>
        </pc:sldMkLst>
        <pc:spChg chg="mod">
          <ac:chgData name="Nat Trask" userId="384e9559073622a4" providerId="LiveId" clId="{B4914FED-F8C9-481A-A6D0-DDB97EE09C5D}" dt="2026-09-08T10:30:18.502" v="679" actId="6549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02:25:01.661" v="279" actId="20577"/>
        <pc:sldMkLst>
          <pc:docMk/>
          <pc:sldMk cId="0" sldId="269"/>
        </pc:sldMkLst>
        <pc:spChg chg="mod">
          <ac:chgData name="Nat Trask" userId="384e9559073622a4" providerId="LiveId" clId="{B4914FED-F8C9-481A-A6D0-DDB97EE09C5D}" dt="2026-09-08T02:25:01.661" v="279" actId="20577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38:25.515" v="1548" actId="20577"/>
        <pc:sldMkLst>
          <pc:docMk/>
          <pc:sldMk cId="0" sldId="270"/>
        </pc:sldMkLst>
        <pc:spChg chg="mod">
          <ac:chgData name="Nat Trask" userId="384e9559073622a4" providerId="LiveId" clId="{B4914FED-F8C9-481A-A6D0-DDB97EE09C5D}" dt="2026-09-08T10:38:25.515" v="1548" actId="20577"/>
          <ac:spMkLst>
            <pc:docMk/>
            <pc:sldMk cId="0" sldId="270"/>
            <ac:spMk id="5" creationId="{00000000-0000-0000-0000-000000000000}"/>
          </ac:spMkLst>
        </pc:spChg>
      </pc:sldChg>
      <pc:sldChg chg="del">
        <pc:chgData name="Nat Trask" userId="384e9559073622a4" providerId="LiveId" clId="{B4914FED-F8C9-481A-A6D0-DDB97EE09C5D}" dt="2026-09-08T02:25:13.708" v="280" actId="47"/>
        <pc:sldMkLst>
          <pc:docMk/>
          <pc:sldMk cId="0" sldId="271"/>
        </pc:sldMkLst>
      </pc:sldChg>
      <pc:sldChg chg="modSp mod">
        <pc:chgData name="Nat Trask" userId="384e9559073622a4" providerId="LiveId" clId="{B4914FED-F8C9-481A-A6D0-DDB97EE09C5D}" dt="2026-09-08T10:38:53.124" v="1607" actId="20577"/>
        <pc:sldMkLst>
          <pc:docMk/>
          <pc:sldMk cId="0" sldId="273"/>
        </pc:sldMkLst>
        <pc:spChg chg="mod">
          <ac:chgData name="Nat Trask" userId="384e9559073622a4" providerId="LiveId" clId="{B4914FED-F8C9-481A-A6D0-DDB97EE09C5D}" dt="2026-09-08T10:38:47.557" v="1606" actId="20577"/>
          <ac:spMkLst>
            <pc:docMk/>
            <pc:sldMk cId="0" sldId="273"/>
            <ac:spMk id="4" creationId="{00000000-0000-0000-0000-000000000000}"/>
          </ac:spMkLst>
        </pc:spChg>
        <pc:spChg chg="mod">
          <ac:chgData name="Nat Trask" userId="384e9559073622a4" providerId="LiveId" clId="{B4914FED-F8C9-481A-A6D0-DDB97EE09C5D}" dt="2026-09-08T10:38:53.124" v="1607" actId="20577"/>
          <ac:spMkLst>
            <pc:docMk/>
            <pc:sldMk cId="0" sldId="273"/>
            <ac:spMk id="6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39:16.033" v="1611" actId="20577"/>
        <pc:sldMkLst>
          <pc:docMk/>
          <pc:sldMk cId="0" sldId="275"/>
        </pc:sldMkLst>
        <pc:spChg chg="mod">
          <ac:chgData name="Nat Trask" userId="384e9559073622a4" providerId="LiveId" clId="{B4914FED-F8C9-481A-A6D0-DDB97EE09C5D}" dt="2026-09-08T10:39:16.033" v="1611" actId="20577"/>
          <ac:spMkLst>
            <pc:docMk/>
            <pc:sldMk cId="0" sldId="275"/>
            <ac:spMk id="2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39:49.302" v="1662" actId="20577"/>
        <pc:sldMkLst>
          <pc:docMk/>
          <pc:sldMk cId="0" sldId="277"/>
        </pc:sldMkLst>
        <pc:spChg chg="mod">
          <ac:chgData name="Nat Trask" userId="384e9559073622a4" providerId="LiveId" clId="{B4914FED-F8C9-481A-A6D0-DDB97EE09C5D}" dt="2026-09-08T10:39:49.302" v="1662" actId="20577"/>
          <ac:spMkLst>
            <pc:docMk/>
            <pc:sldMk cId="0" sldId="277"/>
            <ac:spMk id="2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0:58.098" v="1668" actId="20577"/>
        <pc:sldMkLst>
          <pc:docMk/>
          <pc:sldMk cId="0" sldId="278"/>
        </pc:sldMkLst>
        <pc:spChg chg="mod">
          <ac:chgData name="Nat Trask" userId="384e9559073622a4" providerId="LiveId" clId="{B4914FED-F8C9-481A-A6D0-DDB97EE09C5D}" dt="2026-09-08T10:40:58.098" v="1668" actId="20577"/>
          <ac:spMkLst>
            <pc:docMk/>
            <pc:sldMk cId="0" sldId="278"/>
            <ac:spMk id="4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2:09.527" v="1683" actId="20577"/>
        <pc:sldMkLst>
          <pc:docMk/>
          <pc:sldMk cId="0" sldId="283"/>
        </pc:sldMkLst>
        <pc:spChg chg="mod">
          <ac:chgData name="Nat Trask" userId="384e9559073622a4" providerId="LiveId" clId="{B4914FED-F8C9-481A-A6D0-DDB97EE09C5D}" dt="2026-09-08T10:42:09.527" v="1683" actId="20577"/>
          <ac:spMkLst>
            <pc:docMk/>
            <pc:sldMk cId="0" sldId="283"/>
            <ac:spMk id="16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2:22.981" v="1689" actId="1036"/>
        <pc:sldMkLst>
          <pc:docMk/>
          <pc:sldMk cId="0" sldId="284"/>
        </pc:sldMkLst>
        <pc:spChg chg="mod">
          <ac:chgData name="Nat Trask" userId="384e9559073622a4" providerId="LiveId" clId="{B4914FED-F8C9-481A-A6D0-DDB97EE09C5D}" dt="2026-09-08T10:42:22.981" v="1689" actId="1036"/>
          <ac:spMkLst>
            <pc:docMk/>
            <pc:sldMk cId="0" sldId="284"/>
            <ac:spMk id="6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3:04.746" v="1785" actId="20577"/>
        <pc:sldMkLst>
          <pc:docMk/>
          <pc:sldMk cId="0" sldId="285"/>
        </pc:sldMkLst>
        <pc:spChg chg="mod">
          <ac:chgData name="Nat Trask" userId="384e9559073622a4" providerId="LiveId" clId="{B4914FED-F8C9-481A-A6D0-DDB97EE09C5D}" dt="2026-09-08T10:43:04.746" v="1785" actId="20577"/>
          <ac:spMkLst>
            <pc:docMk/>
            <pc:sldMk cId="0" sldId="285"/>
            <ac:spMk id="6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4:11.900" v="1889" actId="20577"/>
        <pc:sldMkLst>
          <pc:docMk/>
          <pc:sldMk cId="0" sldId="286"/>
        </pc:sldMkLst>
        <pc:spChg chg="mod">
          <ac:chgData name="Nat Trask" userId="384e9559073622a4" providerId="LiveId" clId="{B4914FED-F8C9-481A-A6D0-DDB97EE09C5D}" dt="2026-09-08T10:43:32.219" v="1812" actId="20577"/>
          <ac:spMkLst>
            <pc:docMk/>
            <pc:sldMk cId="0" sldId="286"/>
            <ac:spMk id="4" creationId="{00000000-0000-0000-0000-000000000000}"/>
          </ac:spMkLst>
        </pc:spChg>
        <pc:spChg chg="mod">
          <ac:chgData name="Nat Trask" userId="384e9559073622a4" providerId="LiveId" clId="{B4914FED-F8C9-481A-A6D0-DDB97EE09C5D}" dt="2026-09-08T10:44:11.900" v="1889" actId="20577"/>
          <ac:spMkLst>
            <pc:docMk/>
            <pc:sldMk cId="0" sldId="286"/>
            <ac:spMk id="5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4:59.283" v="1998" actId="20577"/>
        <pc:sldMkLst>
          <pc:docMk/>
          <pc:sldMk cId="0" sldId="287"/>
        </pc:sldMkLst>
        <pc:spChg chg="mod">
          <ac:chgData name="Nat Trask" userId="384e9559073622a4" providerId="LiveId" clId="{B4914FED-F8C9-481A-A6D0-DDB97EE09C5D}" dt="2026-09-08T10:44:59.283" v="1998" actId="20577"/>
          <ac:spMkLst>
            <pc:docMk/>
            <pc:sldMk cId="0" sldId="287"/>
            <ac:spMk id="2" creationId="{00000000-0000-0000-0000-000000000000}"/>
          </ac:spMkLst>
        </pc:spChg>
      </pc:sldChg>
      <pc:sldChg chg="del">
        <pc:chgData name="Nat Trask" userId="384e9559073622a4" providerId="LiveId" clId="{B4914FED-F8C9-481A-A6D0-DDB97EE09C5D}" dt="2026-09-08T02:18:25.187" v="131" actId="47"/>
        <pc:sldMkLst>
          <pc:docMk/>
          <pc:sldMk cId="0" sldId="288"/>
        </pc:sldMkLst>
      </pc:sldChg>
      <pc:sldChg chg="modSp mod">
        <pc:chgData name="Nat Trask" userId="384e9559073622a4" providerId="LiveId" clId="{B4914FED-F8C9-481A-A6D0-DDB97EE09C5D}" dt="2026-09-08T10:47:35.652" v="2321" actId="20577"/>
        <pc:sldMkLst>
          <pc:docMk/>
          <pc:sldMk cId="0" sldId="289"/>
        </pc:sldMkLst>
        <pc:spChg chg="mod">
          <ac:chgData name="Nat Trask" userId="384e9559073622a4" providerId="LiveId" clId="{B4914FED-F8C9-481A-A6D0-DDB97EE09C5D}" dt="2026-09-08T10:45:28.377" v="2020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Nat Trask" userId="384e9559073622a4" providerId="LiveId" clId="{B4914FED-F8C9-481A-A6D0-DDB97EE09C5D}" dt="2026-09-08T10:45:52.176" v="2073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Nat Trask" userId="384e9559073622a4" providerId="LiveId" clId="{B4914FED-F8C9-481A-A6D0-DDB97EE09C5D}" dt="2026-09-08T10:47:19.419" v="2296" actId="20577"/>
          <ac:spMkLst>
            <pc:docMk/>
            <pc:sldMk cId="0" sldId="289"/>
            <ac:spMk id="16" creationId="{00000000-0000-0000-0000-000000000000}"/>
          </ac:spMkLst>
        </pc:spChg>
        <pc:spChg chg="mod">
          <ac:chgData name="Nat Trask" userId="384e9559073622a4" providerId="LiveId" clId="{B4914FED-F8C9-481A-A6D0-DDB97EE09C5D}" dt="2026-09-08T10:47:35.652" v="2321" actId="20577"/>
          <ac:spMkLst>
            <pc:docMk/>
            <pc:sldMk cId="0" sldId="289"/>
            <ac:spMk id="18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7:59.800" v="2353" actId="20577"/>
        <pc:sldMkLst>
          <pc:docMk/>
          <pc:sldMk cId="0" sldId="290"/>
        </pc:sldMkLst>
        <pc:spChg chg="mod">
          <ac:chgData name="Nat Trask" userId="384e9559073622a4" providerId="LiveId" clId="{B4914FED-F8C9-481A-A6D0-DDB97EE09C5D}" dt="2026-09-08T10:47:59.800" v="2353" actId="20577"/>
          <ac:spMkLst>
            <pc:docMk/>
            <pc:sldMk cId="0" sldId="290"/>
            <ac:spMk id="6" creationId="{00000000-0000-0000-0000-000000000000}"/>
          </ac:spMkLst>
        </pc:spChg>
      </pc:sldChg>
      <pc:sldChg chg="delSp mod">
        <pc:chgData name="Nat Trask" userId="384e9559073622a4" providerId="LiveId" clId="{B4914FED-F8C9-481A-A6D0-DDB97EE09C5D}" dt="2026-09-08T10:48:11.676" v="2354" actId="478"/>
        <pc:sldMkLst>
          <pc:docMk/>
          <pc:sldMk cId="0" sldId="291"/>
        </pc:sldMkLst>
        <pc:spChg chg="del">
          <ac:chgData name="Nat Trask" userId="384e9559073622a4" providerId="LiveId" clId="{B4914FED-F8C9-481A-A6D0-DDB97EE09C5D}" dt="2026-09-08T10:48:11.676" v="2354" actId="478"/>
          <ac:spMkLst>
            <pc:docMk/>
            <pc:sldMk cId="0" sldId="291"/>
            <ac:spMk id="5" creationId="{00000000-0000-0000-0000-000000000000}"/>
          </ac:spMkLst>
        </pc:spChg>
      </pc:sldChg>
      <pc:sldChg chg="del">
        <pc:chgData name="Nat Trask" userId="384e9559073622a4" providerId="LiveId" clId="{B4914FED-F8C9-481A-A6D0-DDB97EE09C5D}" dt="2026-09-08T02:26:01.423" v="281" actId="47"/>
        <pc:sldMkLst>
          <pc:docMk/>
          <pc:sldMk cId="0" sldId="292"/>
        </pc:sldMkLst>
      </pc:sldChg>
      <pc:sldChg chg="delSp modSp mod ord">
        <pc:chgData name="Nat Trask" userId="384e9559073622a4" providerId="LiveId" clId="{B4914FED-F8C9-481A-A6D0-DDB97EE09C5D}" dt="2026-09-08T10:31:10.921" v="725" actId="478"/>
        <pc:sldMkLst>
          <pc:docMk/>
          <pc:sldMk cId="0" sldId="294"/>
        </pc:sldMkLst>
        <pc:spChg chg="mod">
          <ac:chgData name="Nat Trask" userId="384e9559073622a4" providerId="LiveId" clId="{B4914FED-F8C9-481A-A6D0-DDB97EE09C5D}" dt="2026-09-08T10:30:48.378" v="724" actId="20577"/>
          <ac:spMkLst>
            <pc:docMk/>
            <pc:sldMk cId="0" sldId="294"/>
            <ac:spMk id="2" creationId="{00000000-0000-0000-0000-000000000000}"/>
          </ac:spMkLst>
        </pc:spChg>
        <pc:spChg chg="del">
          <ac:chgData name="Nat Trask" userId="384e9559073622a4" providerId="LiveId" clId="{B4914FED-F8C9-481A-A6D0-DDB97EE09C5D}" dt="2026-09-08T10:31:10.921" v="725" actId="478"/>
          <ac:spMkLst>
            <pc:docMk/>
            <pc:sldMk cId="0" sldId="294"/>
            <ac:spMk id="15" creationId="{00000000-0000-0000-0000-000000000000}"/>
          </ac:spMkLst>
        </pc:spChg>
      </pc:sldChg>
      <pc:sldChg chg="modSp mod">
        <pc:chgData name="Nat Trask" userId="384e9559073622a4" providerId="LiveId" clId="{B4914FED-F8C9-481A-A6D0-DDB97EE09C5D}" dt="2026-09-08T10:49:31.430" v="2535" actId="20577"/>
        <pc:sldMkLst>
          <pc:docMk/>
          <pc:sldMk cId="0" sldId="295"/>
        </pc:sldMkLst>
        <pc:spChg chg="mod">
          <ac:chgData name="Nat Trask" userId="384e9559073622a4" providerId="LiveId" clId="{B4914FED-F8C9-481A-A6D0-DDB97EE09C5D}" dt="2026-09-08T10:49:31.430" v="2535" actId="20577"/>
          <ac:spMkLst>
            <pc:docMk/>
            <pc:sldMk cId="0" sldId="295"/>
            <ac:spMk id="5" creationId="{00000000-0000-0000-0000-000000000000}"/>
          </ac:spMkLst>
        </pc:spChg>
      </pc:sldChg>
      <pc:sldChg chg="del">
        <pc:chgData name="Nat Trask" userId="384e9559073622a4" providerId="LiveId" clId="{B4914FED-F8C9-481A-A6D0-DDB97EE09C5D}" dt="2026-09-08T02:18:40.530" v="132" actId="47"/>
        <pc:sldMkLst>
          <pc:docMk/>
          <pc:sldMk cId="0" sldId="300"/>
        </pc:sldMkLst>
      </pc:sldChg>
      <pc:sldChg chg="del">
        <pc:chgData name="Nat Trask" userId="384e9559073622a4" providerId="LiveId" clId="{B4914FED-F8C9-481A-A6D0-DDB97EE09C5D}" dt="2026-09-08T02:18:41.324" v="133" actId="47"/>
        <pc:sldMkLst>
          <pc:docMk/>
          <pc:sldMk cId="0" sldId="301"/>
        </pc:sldMkLst>
      </pc:sldChg>
      <pc:sldChg chg="del">
        <pc:chgData name="Nat Trask" userId="384e9559073622a4" providerId="LiveId" clId="{B4914FED-F8C9-481A-A6D0-DDB97EE09C5D}" dt="2026-09-08T02:18:42.498" v="134" actId="47"/>
        <pc:sldMkLst>
          <pc:docMk/>
          <pc:sldMk cId="0" sldId="302"/>
        </pc:sldMkLst>
      </pc:sldChg>
      <pc:sldChg chg="del">
        <pc:chgData name="Nat Trask" userId="384e9559073622a4" providerId="LiveId" clId="{B4914FED-F8C9-481A-A6D0-DDB97EE09C5D}" dt="2026-09-08T02:18:43.363" v="135" actId="47"/>
        <pc:sldMkLst>
          <pc:docMk/>
          <pc:sldMk cId="0" sldId="303"/>
        </pc:sldMkLst>
      </pc:sldChg>
      <pc:sldChg chg="del">
        <pc:chgData name="Nat Trask" userId="384e9559073622a4" providerId="LiveId" clId="{B4914FED-F8C9-481A-A6D0-DDB97EE09C5D}" dt="2026-09-08T02:18:44.544" v="136" actId="47"/>
        <pc:sldMkLst>
          <pc:docMk/>
          <pc:sldMk cId="0" sldId="304"/>
        </pc:sldMkLst>
      </pc:sldChg>
      <pc:sldChg chg="del">
        <pc:chgData name="Nat Trask" userId="384e9559073622a4" providerId="LiveId" clId="{B4914FED-F8C9-481A-A6D0-DDB97EE09C5D}" dt="2026-09-08T02:18:47.158" v="137" actId="47"/>
        <pc:sldMkLst>
          <pc:docMk/>
          <pc:sldMk cId="0" sldId="305"/>
        </pc:sldMkLst>
      </pc:sldChg>
      <pc:sldChg chg="del">
        <pc:chgData name="Nat Trask" userId="384e9559073622a4" providerId="LiveId" clId="{B4914FED-F8C9-481A-A6D0-DDB97EE09C5D}" dt="2026-09-08T02:18:48.526" v="138" actId="47"/>
        <pc:sldMkLst>
          <pc:docMk/>
          <pc:sldMk cId="0" sldId="306"/>
        </pc:sldMkLst>
      </pc:sldChg>
      <pc:sldChg chg="add del">
        <pc:chgData name="Nat Trask" userId="384e9559073622a4" providerId="LiveId" clId="{B4914FED-F8C9-481A-A6D0-DDB97EE09C5D}" dt="2026-09-08T02:18:57.174" v="141" actId="47"/>
        <pc:sldMkLst>
          <pc:docMk/>
          <pc:sldMk cId="0" sldId="307"/>
        </pc:sldMkLst>
      </pc:sldChg>
      <pc:sldChg chg="addSp delSp mod">
        <pc:chgData name="Nat Trask" userId="384e9559073622a4" providerId="LiveId" clId="{B4914FED-F8C9-481A-A6D0-DDB97EE09C5D}" dt="2026-09-08T10:57:04.812" v="2647" actId="22"/>
        <pc:sldMkLst>
          <pc:docMk/>
          <pc:sldMk cId="1130776603" sldId="311"/>
        </pc:sldMkLst>
        <pc:picChg chg="add del">
          <ac:chgData name="Nat Trask" userId="384e9559073622a4" providerId="LiveId" clId="{B4914FED-F8C9-481A-A6D0-DDB97EE09C5D}" dt="2026-09-08T10:57:04.812" v="2647" actId="22"/>
          <ac:picMkLst>
            <pc:docMk/>
            <pc:sldMk cId="1130776603" sldId="311"/>
            <ac:picMk id="6" creationId="{F13FFF37-ACB4-DF04-84EF-9B4B131349B2}"/>
          </ac:picMkLst>
        </pc:picChg>
      </pc:sldChg>
      <pc:sldChg chg="addSp delSp modSp add mod ord">
        <pc:chgData name="Nat Trask" userId="384e9559073622a4" providerId="LiveId" clId="{B4914FED-F8C9-481A-A6D0-DDB97EE09C5D}" dt="2026-09-08T10:23:52.410" v="287"/>
        <pc:sldMkLst>
          <pc:docMk/>
          <pc:sldMk cId="4292878540" sldId="314"/>
        </pc:sldMkLst>
        <pc:spChg chg="del">
          <ac:chgData name="Nat Trask" userId="384e9559073622a4" providerId="LiveId" clId="{B4914FED-F8C9-481A-A6D0-DDB97EE09C5D}" dt="2026-09-08T02:20:53.589" v="174" actId="478"/>
          <ac:spMkLst>
            <pc:docMk/>
            <pc:sldMk cId="4292878540" sldId="314"/>
            <ac:spMk id="4" creationId="{D51436FB-DA90-55DE-FA30-B5F412371540}"/>
          </ac:spMkLst>
        </pc:spChg>
        <pc:spChg chg="del">
          <ac:chgData name="Nat Trask" userId="384e9559073622a4" providerId="LiveId" clId="{B4914FED-F8C9-481A-A6D0-DDB97EE09C5D}" dt="2026-09-08T02:20:53.589" v="174" actId="478"/>
          <ac:spMkLst>
            <pc:docMk/>
            <pc:sldMk cId="4292878540" sldId="314"/>
            <ac:spMk id="5" creationId="{00395994-DF5A-9926-A1FA-988577B6A9B9}"/>
          </ac:spMkLst>
        </pc:spChg>
        <pc:picChg chg="del">
          <ac:chgData name="Nat Trask" userId="384e9559073622a4" providerId="LiveId" clId="{B4914FED-F8C9-481A-A6D0-DDB97EE09C5D}" dt="2026-09-08T02:20:53.589" v="174" actId="478"/>
          <ac:picMkLst>
            <pc:docMk/>
            <pc:sldMk cId="4292878540" sldId="314"/>
            <ac:picMk id="7" creationId="{312C9203-0146-94FD-EFB1-6D1C2C766014}"/>
          </ac:picMkLst>
        </pc:picChg>
        <pc:picChg chg="add mod">
          <ac:chgData name="Nat Trask" userId="384e9559073622a4" providerId="LiveId" clId="{B4914FED-F8C9-481A-A6D0-DDB97EE09C5D}" dt="2026-09-08T02:20:57.010" v="176" actId="1076"/>
          <ac:picMkLst>
            <pc:docMk/>
            <pc:sldMk cId="4292878540" sldId="314"/>
            <ac:picMk id="8" creationId="{6CB9510C-9E33-9904-D572-7844489E7617}"/>
          </ac:picMkLst>
        </pc:picChg>
        <pc:picChg chg="add mod">
          <ac:chgData name="Nat Trask" userId="384e9559073622a4" providerId="LiveId" clId="{B4914FED-F8C9-481A-A6D0-DDB97EE09C5D}" dt="2026-09-08T02:21:08.401" v="178" actId="1076"/>
          <ac:picMkLst>
            <pc:docMk/>
            <pc:sldMk cId="4292878540" sldId="314"/>
            <ac:picMk id="10" creationId="{EF7EDE5C-F35B-AC7E-8881-8D70546BF88D}"/>
          </ac:picMkLst>
        </pc:picChg>
      </pc:sldChg>
      <pc:sldChg chg="addSp delSp modSp add mod ord">
        <pc:chgData name="Nat Trask" userId="384e9559073622a4" providerId="LiveId" clId="{B4914FED-F8C9-481A-A6D0-DDB97EE09C5D}" dt="2026-09-08T10:28:10.243" v="577" actId="1076"/>
        <pc:sldMkLst>
          <pc:docMk/>
          <pc:sldMk cId="551353265" sldId="315"/>
        </pc:sldMkLst>
        <pc:spChg chg="del mod">
          <ac:chgData name="Nat Trask" userId="384e9559073622a4" providerId="LiveId" clId="{B4914FED-F8C9-481A-A6D0-DDB97EE09C5D}" dt="2026-09-08T10:26:45.846" v="385" actId="478"/>
          <ac:spMkLst>
            <pc:docMk/>
            <pc:sldMk cId="551353265" sldId="315"/>
            <ac:spMk id="2" creationId="{868B4DCF-16F0-D9DF-CFF7-2B70E3B52087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4" creationId="{0D62BC45-F95C-D156-C517-F0DE7EA4FDF8}"/>
          </ac:spMkLst>
        </pc:spChg>
        <pc:spChg chg="add mod">
          <ac:chgData name="Nat Trask" userId="384e9559073622a4" providerId="LiveId" clId="{B4914FED-F8C9-481A-A6D0-DDB97EE09C5D}" dt="2026-09-08T10:28:10.243" v="577" actId="1076"/>
          <ac:spMkLst>
            <pc:docMk/>
            <pc:sldMk cId="551353265" sldId="315"/>
            <ac:spMk id="4" creationId="{5958D272-73DD-2A82-2D03-BE0F0FBD2415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5" creationId="{5F62E4B3-5D05-CAB2-59F0-AC5AAA9DD15B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6" creationId="{1C47FB45-32A0-4497-3589-6E55BBA6B40A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7" creationId="{F7C21F7D-B346-3EDA-DD7A-46FD61679860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8" creationId="{EEA4663B-0EE8-A4BC-A5F6-4DDA45901ABB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9" creationId="{17A58CF4-8592-4C4D-AC69-A8DCAAB8D34E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10" creationId="{8A1D8A5E-C544-1B61-FA30-C6EEA379DF0A}"/>
          </ac:spMkLst>
        </pc:spChg>
        <pc:spChg chg="del">
          <ac:chgData name="Nat Trask" userId="384e9559073622a4" providerId="LiveId" clId="{B4914FED-F8C9-481A-A6D0-DDB97EE09C5D}" dt="2026-09-08T02:22:26.160" v="220" actId="478"/>
          <ac:spMkLst>
            <pc:docMk/>
            <pc:sldMk cId="551353265" sldId="315"/>
            <ac:spMk id="11" creationId="{171E7324-492B-CC7F-B81F-D96240EC261C}"/>
          </ac:spMkLst>
        </pc:spChg>
        <pc:picChg chg="add mod">
          <ac:chgData name="Nat Trask" userId="384e9559073622a4" providerId="LiveId" clId="{B4914FED-F8C9-481A-A6D0-DDB97EE09C5D}" dt="2026-09-08T02:22:52.684" v="223" actId="1076"/>
          <ac:picMkLst>
            <pc:docMk/>
            <pc:sldMk cId="551353265" sldId="315"/>
            <ac:picMk id="12" creationId="{4C0C14CF-CBE2-5113-748A-06238E554A12}"/>
          </ac:picMkLst>
        </pc:picChg>
        <pc:picChg chg="add mod">
          <ac:chgData name="Nat Trask" userId="384e9559073622a4" providerId="LiveId" clId="{B4914FED-F8C9-481A-A6D0-DDB97EE09C5D}" dt="2026-09-08T10:28:02.913" v="575" actId="1076"/>
          <ac:picMkLst>
            <pc:docMk/>
            <pc:sldMk cId="551353265" sldId="315"/>
            <ac:picMk id="13" creationId="{9C203986-0261-605B-F4F0-403867AE2318}"/>
          </ac:picMkLst>
        </pc:picChg>
        <pc:picChg chg="add mod">
          <ac:chgData name="Nat Trask" userId="384e9559073622a4" providerId="LiveId" clId="{B4914FED-F8C9-481A-A6D0-DDB97EE09C5D}" dt="2026-09-08T10:27:59.984" v="574" actId="1076"/>
          <ac:picMkLst>
            <pc:docMk/>
            <pc:sldMk cId="551353265" sldId="315"/>
            <ac:picMk id="14" creationId="{E57136D9-0937-051E-0FDD-498C84763805}"/>
          </ac:picMkLst>
        </pc:picChg>
        <pc:picChg chg="add mod">
          <ac:chgData name="Nat Trask" userId="384e9559073622a4" providerId="LiveId" clId="{B4914FED-F8C9-481A-A6D0-DDB97EE09C5D}" dt="2026-09-08T10:28:04.865" v="576" actId="1076"/>
          <ac:picMkLst>
            <pc:docMk/>
            <pc:sldMk cId="551353265" sldId="315"/>
            <ac:picMk id="15" creationId="{0CF650C1-95C6-70F2-8B32-016DCC2BA224}"/>
          </ac:picMkLst>
        </pc:picChg>
      </pc:sldChg>
      <pc:sldChg chg="modSp add mod">
        <pc:chgData name="Nat Trask" userId="384e9559073622a4" providerId="LiveId" clId="{B4914FED-F8C9-481A-A6D0-DDB97EE09C5D}" dt="2026-09-08T10:36:44.242" v="1321" actId="20577"/>
        <pc:sldMkLst>
          <pc:docMk/>
          <pc:sldMk cId="1772783486" sldId="316"/>
        </pc:sldMkLst>
        <pc:spChg chg="mod">
          <ac:chgData name="Nat Trask" userId="384e9559073622a4" providerId="LiveId" clId="{B4914FED-F8C9-481A-A6D0-DDB97EE09C5D}" dt="2026-09-08T10:31:50.118" v="752" actId="20577"/>
          <ac:spMkLst>
            <pc:docMk/>
            <pc:sldMk cId="1772783486" sldId="316"/>
            <ac:spMk id="16" creationId="{920FC285-2E94-3FBF-842E-5CFD2CDAA8E1}"/>
          </ac:spMkLst>
        </pc:spChg>
        <pc:spChg chg="mod">
          <ac:chgData name="Nat Trask" userId="384e9559073622a4" providerId="LiveId" clId="{B4914FED-F8C9-481A-A6D0-DDB97EE09C5D}" dt="2026-09-08T10:36:44.242" v="1321" actId="20577"/>
          <ac:spMkLst>
            <pc:docMk/>
            <pc:sldMk cId="1772783486" sldId="316"/>
            <ac:spMk id="17" creationId="{A134B9FA-62A1-2623-6379-13CE87EF399D}"/>
          </ac:spMkLst>
        </pc:spChg>
      </pc:sldChg>
      <pc:sldChg chg="addSp delSp modSp add mod">
        <pc:chgData name="Nat Trask" userId="384e9559073622a4" providerId="LiveId" clId="{B4914FED-F8C9-481A-A6D0-DDB97EE09C5D}" dt="2026-09-08T11:05:16.885" v="2771" actId="1076"/>
        <pc:sldMkLst>
          <pc:docMk/>
          <pc:sldMk cId="4197508058" sldId="4249"/>
        </pc:sldMkLst>
        <pc:spChg chg="mod">
          <ac:chgData name="Nat Trask" userId="384e9559073622a4" providerId="LiveId" clId="{B4914FED-F8C9-481A-A6D0-DDB97EE09C5D}" dt="2026-09-08T10:55:38.496" v="2645" actId="20577"/>
          <ac:spMkLst>
            <pc:docMk/>
            <pc:sldMk cId="4197508058" sldId="4249"/>
            <ac:spMk id="7" creationId="{8C5550D5-A90D-CECE-CE83-EA60073DBE41}"/>
          </ac:spMkLst>
        </pc:spChg>
        <pc:spChg chg="add del mod">
          <ac:chgData name="Nat Trask" userId="384e9559073622a4" providerId="LiveId" clId="{B4914FED-F8C9-481A-A6D0-DDB97EE09C5D}" dt="2026-09-08T11:01:48.943" v="2709" actId="478"/>
          <ac:spMkLst>
            <pc:docMk/>
            <pc:sldMk cId="4197508058" sldId="4249"/>
            <ac:spMk id="8" creationId="{572D1472-8C6A-BE87-9615-E250253E9650}"/>
          </ac:spMkLst>
        </pc:spChg>
        <pc:spChg chg="del">
          <ac:chgData name="Nat Trask" userId="384e9559073622a4" providerId="LiveId" clId="{B4914FED-F8C9-481A-A6D0-DDB97EE09C5D}" dt="2026-09-08T10:54:30.037" v="2552" actId="478"/>
          <ac:spMkLst>
            <pc:docMk/>
            <pc:sldMk cId="4197508058" sldId="4249"/>
            <ac:spMk id="10" creationId="{B07A9124-AD70-9643-98BD-83EE608FB907}"/>
          </ac:spMkLst>
        </pc:spChg>
        <pc:spChg chg="add mod">
          <ac:chgData name="Nat Trask" userId="384e9559073622a4" providerId="LiveId" clId="{B4914FED-F8C9-481A-A6D0-DDB97EE09C5D}" dt="2026-09-08T11:05:08.671" v="2767" actId="1076"/>
          <ac:spMkLst>
            <pc:docMk/>
            <pc:sldMk cId="4197508058" sldId="4249"/>
            <ac:spMk id="13" creationId="{3CC524EF-A9D1-166C-7899-5A4BB6CB3338}"/>
          </ac:spMkLst>
        </pc:spChg>
        <pc:spChg chg="del">
          <ac:chgData name="Nat Trask" userId="384e9559073622a4" providerId="LiveId" clId="{B4914FED-F8C9-481A-A6D0-DDB97EE09C5D}" dt="2026-09-08T10:54:30.037" v="2552" actId="478"/>
          <ac:spMkLst>
            <pc:docMk/>
            <pc:sldMk cId="4197508058" sldId="4249"/>
            <ac:spMk id="51" creationId="{0F7E0A86-3638-55E4-1D48-07652780DF31}"/>
          </ac:spMkLst>
        </pc:spChg>
        <pc:spChg chg="del">
          <ac:chgData name="Nat Trask" userId="384e9559073622a4" providerId="LiveId" clId="{B4914FED-F8C9-481A-A6D0-DDB97EE09C5D}" dt="2026-09-08T10:54:30.037" v="2552" actId="478"/>
          <ac:spMkLst>
            <pc:docMk/>
            <pc:sldMk cId="4197508058" sldId="4249"/>
            <ac:spMk id="52" creationId="{8AB254C2-5574-AD43-9930-143A25A9CDBD}"/>
          </ac:spMkLst>
        </pc:spChg>
        <pc:spChg chg="del">
          <ac:chgData name="Nat Trask" userId="384e9559073622a4" providerId="LiveId" clId="{B4914FED-F8C9-481A-A6D0-DDB97EE09C5D}" dt="2026-09-08T10:54:30.037" v="2552" actId="478"/>
          <ac:spMkLst>
            <pc:docMk/>
            <pc:sldMk cId="4197508058" sldId="4249"/>
            <ac:spMk id="54" creationId="{F41EC3DF-6A52-EDA7-FA38-09C12C76E0FE}"/>
          </ac:spMkLst>
        </pc:spChg>
        <pc:spChg chg="del">
          <ac:chgData name="Nat Trask" userId="384e9559073622a4" providerId="LiveId" clId="{B4914FED-F8C9-481A-A6D0-DDB97EE09C5D}" dt="2026-09-08T10:54:32.661" v="2553" actId="478"/>
          <ac:spMkLst>
            <pc:docMk/>
            <pc:sldMk cId="4197508058" sldId="4249"/>
            <ac:spMk id="56" creationId="{7C18B90D-BF5E-61E0-1BB5-E34758C5D580}"/>
          </ac:spMkLst>
        </pc:spChg>
        <pc:spChg chg="del">
          <ac:chgData name="Nat Trask" userId="384e9559073622a4" providerId="LiveId" clId="{B4914FED-F8C9-481A-A6D0-DDB97EE09C5D}" dt="2026-09-08T10:54:35.050" v="2554" actId="478"/>
          <ac:spMkLst>
            <pc:docMk/>
            <pc:sldMk cId="4197508058" sldId="4249"/>
            <ac:spMk id="58" creationId="{B79AAE14-83F8-07C6-824E-FB947B2332EA}"/>
          </ac:spMkLst>
        </pc:spChg>
        <pc:picChg chg="del">
          <ac:chgData name="Nat Trask" userId="384e9559073622a4" providerId="LiveId" clId="{B4914FED-F8C9-481A-A6D0-DDB97EE09C5D}" dt="2026-09-08T10:54:30.037" v="2552" actId="478"/>
          <ac:picMkLst>
            <pc:docMk/>
            <pc:sldMk cId="4197508058" sldId="4249"/>
            <ac:picMk id="3" creationId="{11DA51B7-9CD1-8944-F646-5991693CBA50}"/>
          </ac:picMkLst>
        </pc:picChg>
        <pc:picChg chg="add mod">
          <ac:chgData name="Nat Trask" userId="384e9559073622a4" providerId="LiveId" clId="{B4914FED-F8C9-481A-A6D0-DDB97EE09C5D}" dt="2026-09-08T11:05:10.807" v="2768" actId="1076"/>
          <ac:picMkLst>
            <pc:docMk/>
            <pc:sldMk cId="4197508058" sldId="4249"/>
            <ac:picMk id="4" creationId="{E6FA1A13-585B-7544-4F4D-303204899598}"/>
          </ac:picMkLst>
        </pc:picChg>
        <pc:picChg chg="del">
          <ac:chgData name="Nat Trask" userId="384e9559073622a4" providerId="LiveId" clId="{B4914FED-F8C9-481A-A6D0-DDB97EE09C5D}" dt="2026-09-08T10:54:30.037" v="2552" actId="478"/>
          <ac:picMkLst>
            <pc:docMk/>
            <pc:sldMk cId="4197508058" sldId="4249"/>
            <ac:picMk id="6" creationId="{AD685A6A-01B5-BB82-B2E1-2046C07977AE}"/>
          </ac:picMkLst>
        </pc:picChg>
        <pc:picChg chg="del">
          <ac:chgData name="Nat Trask" userId="384e9559073622a4" providerId="LiveId" clId="{B4914FED-F8C9-481A-A6D0-DDB97EE09C5D}" dt="2026-09-08T10:54:30.037" v="2552" actId="478"/>
          <ac:picMkLst>
            <pc:docMk/>
            <pc:sldMk cId="4197508058" sldId="4249"/>
            <ac:picMk id="11" creationId="{70D133D4-7FC3-B0C2-24F7-228C5919C58E}"/>
          </ac:picMkLst>
        </pc:picChg>
        <pc:picChg chg="add mod">
          <ac:chgData name="Nat Trask" userId="384e9559073622a4" providerId="LiveId" clId="{B4914FED-F8C9-481A-A6D0-DDB97EE09C5D}" dt="2026-09-08T11:05:05.282" v="2766" actId="1076"/>
          <ac:picMkLst>
            <pc:docMk/>
            <pc:sldMk cId="4197508058" sldId="4249"/>
            <ac:picMk id="12" creationId="{88D9CA7E-078F-C8AF-6171-3BDFFFD94D47}"/>
          </ac:picMkLst>
        </pc:picChg>
        <pc:picChg chg="add mod">
          <ac:chgData name="Nat Trask" userId="384e9559073622a4" providerId="LiveId" clId="{B4914FED-F8C9-481A-A6D0-DDB97EE09C5D}" dt="2026-09-08T11:05:16.885" v="2771" actId="1076"/>
          <ac:picMkLst>
            <pc:docMk/>
            <pc:sldMk cId="4197508058" sldId="4249"/>
            <ac:picMk id="15" creationId="{3074FDDB-61B7-2015-3CB3-254BACA16BBB}"/>
          </ac:picMkLst>
        </pc:picChg>
        <pc:picChg chg="mod">
          <ac:chgData name="Nat Trask" userId="384e9559073622a4" providerId="LiveId" clId="{B4914FED-F8C9-481A-A6D0-DDB97EE09C5D}" dt="2026-09-08T10:54:45.286" v="2558" actId="14100"/>
          <ac:picMkLst>
            <pc:docMk/>
            <pc:sldMk cId="4197508058" sldId="4249"/>
            <ac:picMk id="48" creationId="{CFBA0C12-C6E8-77C5-DF6A-30953CED5C7B}"/>
          </ac:picMkLst>
        </pc:picChg>
        <pc:picChg chg="mod">
          <ac:chgData name="Nat Trask" userId="384e9559073622a4" providerId="LiveId" clId="{B4914FED-F8C9-481A-A6D0-DDB97EE09C5D}" dt="2026-09-08T10:54:49.844" v="2559" actId="14100"/>
          <ac:picMkLst>
            <pc:docMk/>
            <pc:sldMk cId="4197508058" sldId="4249"/>
            <ac:picMk id="50" creationId="{79BE6CD4-329E-3F0D-8F2B-19A700ABA26B}"/>
          </ac:picMkLst>
        </pc:picChg>
      </pc:sldChg>
      <pc:sldChg chg="add">
        <pc:chgData name="Nat Trask" userId="384e9559073622a4" providerId="LiveId" clId="{B4914FED-F8C9-481A-A6D0-DDB97EE09C5D}" dt="2026-09-08T10:51:53.337" v="2536"/>
        <pc:sldMkLst>
          <pc:docMk/>
          <pc:sldMk cId="414421201" sldId="4255"/>
        </pc:sldMkLst>
      </pc:sldChg>
      <pc:sldChg chg="add">
        <pc:chgData name="Nat Trask" userId="384e9559073622a4" providerId="LiveId" clId="{B4914FED-F8C9-481A-A6D0-DDB97EE09C5D}" dt="2026-09-08T10:52:29.892" v="2538"/>
        <pc:sldMkLst>
          <pc:docMk/>
          <pc:sldMk cId="3773873386" sldId="4256"/>
        </pc:sldMkLst>
      </pc:sldChg>
      <pc:sldChg chg="add">
        <pc:chgData name="Nat Trask" userId="384e9559073622a4" providerId="LiveId" clId="{B4914FED-F8C9-481A-A6D0-DDB97EE09C5D}" dt="2026-09-08T10:52:17.118" v="2537"/>
        <pc:sldMkLst>
          <pc:docMk/>
          <pc:sldMk cId="1844980827" sldId="4258"/>
        </pc:sldMkLst>
      </pc:sldChg>
      <pc:sldChg chg="addSp delSp modSp add mod">
        <pc:chgData name="Nat Trask" userId="384e9559073622a4" providerId="LiveId" clId="{B4914FED-F8C9-481A-A6D0-DDB97EE09C5D}" dt="2026-09-08T10:53:10.729" v="2543" actId="1076"/>
        <pc:sldMkLst>
          <pc:docMk/>
          <pc:sldMk cId="1234467323" sldId="4259"/>
        </pc:sldMkLst>
        <pc:spChg chg="del">
          <ac:chgData name="Nat Trask" userId="384e9559073622a4" providerId="LiveId" clId="{B4914FED-F8C9-481A-A6D0-DDB97EE09C5D}" dt="2026-09-08T10:53:00.836" v="2540" actId="478"/>
          <ac:spMkLst>
            <pc:docMk/>
            <pc:sldMk cId="1234467323" sldId="4259"/>
            <ac:spMk id="4" creationId="{E6EF4B42-EE17-2D7E-2B03-882B1C938772}"/>
          </ac:spMkLst>
        </pc:spChg>
        <pc:picChg chg="add mod">
          <ac:chgData name="Nat Trask" userId="384e9559073622a4" providerId="LiveId" clId="{B4914FED-F8C9-481A-A6D0-DDB97EE09C5D}" dt="2026-09-08T10:53:10.729" v="2543" actId="1076"/>
          <ac:picMkLst>
            <pc:docMk/>
            <pc:sldMk cId="1234467323" sldId="4259"/>
            <ac:picMk id="6" creationId="{DC84AC4D-6468-8757-CD55-E3A223AF4B01}"/>
          </ac:picMkLst>
        </pc:picChg>
      </pc:sldChg>
      <pc:sldChg chg="addSp delSp modSp add mod">
        <pc:chgData name="Nat Trask" userId="384e9559073622a4" providerId="LiveId" clId="{B4914FED-F8C9-481A-A6D0-DDB97EE09C5D}" dt="2026-09-08T10:58:13.426" v="2701" actId="1076"/>
        <pc:sldMkLst>
          <pc:docMk/>
          <pc:sldMk cId="2353171502" sldId="4260"/>
        </pc:sldMkLst>
        <pc:spChg chg="mod">
          <ac:chgData name="Nat Trask" userId="384e9559073622a4" providerId="LiveId" clId="{B4914FED-F8C9-481A-A6D0-DDB97EE09C5D}" dt="2026-09-08T10:57:16.173" v="2697" actId="20577"/>
          <ac:spMkLst>
            <pc:docMk/>
            <pc:sldMk cId="2353171502" sldId="4260"/>
            <ac:spMk id="2" creationId="{852B1051-06DB-557F-B5A5-C94ABF561A7E}"/>
          </ac:spMkLst>
        </pc:spChg>
        <pc:spChg chg="add mod">
          <ac:chgData name="Nat Trask" userId="384e9559073622a4" providerId="LiveId" clId="{B4914FED-F8C9-481A-A6D0-DDB97EE09C5D}" dt="2026-09-08T10:58:13.426" v="2701" actId="1076"/>
          <ac:spMkLst>
            <pc:docMk/>
            <pc:sldMk cId="2353171502" sldId="4260"/>
            <ac:spMk id="8" creationId="{EADAF4CC-3239-209E-5064-253C29D7BFDD}"/>
          </ac:spMkLst>
        </pc:spChg>
        <pc:spChg chg="del">
          <ac:chgData name="Nat Trask" userId="384e9559073622a4" providerId="LiveId" clId="{B4914FED-F8C9-481A-A6D0-DDB97EE09C5D}" dt="2026-09-08T10:57:20.196" v="2698" actId="478"/>
          <ac:spMkLst>
            <pc:docMk/>
            <pc:sldMk cId="2353171502" sldId="4260"/>
            <ac:spMk id="13" creationId="{6257E84B-4E74-B872-35DE-016212FCC783}"/>
          </ac:spMkLst>
        </pc:spChg>
        <pc:picChg chg="del">
          <ac:chgData name="Nat Trask" userId="384e9559073622a4" providerId="LiveId" clId="{B4914FED-F8C9-481A-A6D0-DDB97EE09C5D}" dt="2026-09-08T10:57:20.196" v="2698" actId="478"/>
          <ac:picMkLst>
            <pc:docMk/>
            <pc:sldMk cId="2353171502" sldId="4260"/>
            <ac:picMk id="5" creationId="{CF0EEE14-5DC1-C564-BE5E-34A2E4B72118}"/>
          </ac:picMkLst>
        </pc:picChg>
        <pc:picChg chg="add">
          <ac:chgData name="Nat Trask" userId="384e9559073622a4" providerId="LiveId" clId="{B4914FED-F8C9-481A-A6D0-DDB97EE09C5D}" dt="2026-09-08T10:57:20.806" v="2699" actId="22"/>
          <ac:picMkLst>
            <pc:docMk/>
            <pc:sldMk cId="2353171502" sldId="4260"/>
            <ac:picMk id="6" creationId="{EEC76192-F090-BED6-862D-68D9CAA2151C}"/>
          </ac:picMkLst>
        </pc:picChg>
        <pc:picChg chg="del">
          <ac:chgData name="Nat Trask" userId="384e9559073622a4" providerId="LiveId" clId="{B4914FED-F8C9-481A-A6D0-DDB97EE09C5D}" dt="2026-09-08T10:57:20.196" v="2698" actId="478"/>
          <ac:picMkLst>
            <pc:docMk/>
            <pc:sldMk cId="2353171502" sldId="4260"/>
            <ac:picMk id="11" creationId="{E31FCD3C-E743-194C-F85E-C7BED4D4B5C5}"/>
          </ac:picMkLst>
        </pc:picChg>
        <pc:picChg chg="del">
          <ac:chgData name="Nat Trask" userId="384e9559073622a4" providerId="LiveId" clId="{B4914FED-F8C9-481A-A6D0-DDB97EE09C5D}" dt="2026-09-08T10:57:20.196" v="2698" actId="478"/>
          <ac:picMkLst>
            <pc:docMk/>
            <pc:sldMk cId="2353171502" sldId="4260"/>
            <ac:picMk id="14" creationId="{0AC7F874-F4E9-DBE0-C22E-E22611C76C46}"/>
          </ac:picMkLst>
        </pc:picChg>
      </pc:sldChg>
      <pc:sldChg chg="delSp add del mod ord">
        <pc:chgData name="Nat Trask" userId="384e9559073622a4" providerId="LiveId" clId="{B4914FED-F8C9-481A-A6D0-DDB97EE09C5D}" dt="2026-09-08T10:54:13.969" v="2550" actId="47"/>
        <pc:sldMkLst>
          <pc:docMk/>
          <pc:sldMk cId="4030746508" sldId="4260"/>
        </pc:sldMkLst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9" creationId="{A063D373-A5D1-FD3B-FE3B-DFE9CF422D9A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13" creationId="{CF98C139-686D-108D-8727-67E562C0F9CF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30" creationId="{4B2D2B44-024A-9CE7-E218-52B82CC54330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34" creationId="{69259DC0-843D-EEA3-2F2B-F4DCBCFC1041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38" creationId="{A3EE1603-2335-57DD-D0B1-3EAAB4B1989E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40" creationId="{ABEB54A0-72F9-C686-E909-DEA845F07067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42" creationId="{E5C91DF6-4FAA-5DF4-0D96-38C5B78E4B9D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46" creationId="{305219E7-A545-B03F-9485-4030E348597E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48" creationId="{653AADE1-9C8F-8214-9614-D707E1EFD867}"/>
          </ac:spMkLst>
        </pc:spChg>
        <pc:spChg chg="del">
          <ac:chgData name="Nat Trask" userId="384e9559073622a4" providerId="LiveId" clId="{B4914FED-F8C9-481A-A6D0-DDB97EE09C5D}" dt="2026-09-08T10:53:57.783" v="2545" actId="478"/>
          <ac:spMkLst>
            <pc:docMk/>
            <pc:sldMk cId="4030746508" sldId="4260"/>
            <ac:spMk id="52" creationId="{053FA054-D318-7FFB-DEE0-FD7A4F412C35}"/>
          </ac:spMkLst>
        </pc:spChg>
        <pc:picChg chg="del">
          <ac:chgData name="Nat Trask" userId="384e9559073622a4" providerId="LiveId" clId="{B4914FED-F8C9-481A-A6D0-DDB97EE09C5D}" dt="2026-09-08T10:54:02.484" v="2547" actId="478"/>
          <ac:picMkLst>
            <pc:docMk/>
            <pc:sldMk cId="4030746508" sldId="4260"/>
            <ac:picMk id="3" creationId="{7960202F-3D65-D3DD-C622-F3B36F02D323}"/>
          </ac:picMkLst>
        </pc:picChg>
        <pc:picChg chg="del">
          <ac:chgData name="Nat Trask" userId="384e9559073622a4" providerId="LiveId" clId="{B4914FED-F8C9-481A-A6D0-DDB97EE09C5D}" dt="2026-09-08T10:54:00.750" v="2546" actId="478"/>
          <ac:picMkLst>
            <pc:docMk/>
            <pc:sldMk cId="4030746508" sldId="4260"/>
            <ac:picMk id="6" creationId="{440DFACC-B042-CD26-5128-B8070419C1A2}"/>
          </ac:picMkLst>
        </pc:picChg>
      </pc:sldChg>
    </pc:docChg>
  </pc:docChgLst>
  <pc:docChgLst>
    <pc:chgData name="Nat Trask" userId="384e9559073622a4" providerId="LiveId" clId="{BA229D61-2944-4378-A858-36FF3999829F}"/>
    <pc:docChg chg="undo custSel addSld delSld modSld sldOrd">
      <pc:chgData name="Nat Trask" userId="384e9559073622a4" providerId="LiveId" clId="{BA229D61-2944-4378-A858-36FF3999829F}" dt="2026-09-07T12:51:11.850" v="2939" actId="20577"/>
      <pc:docMkLst>
        <pc:docMk/>
      </pc:docMkLst>
      <pc:sldChg chg="modSp mod">
        <pc:chgData name="Nat Trask" userId="384e9559073622a4" providerId="LiveId" clId="{BA229D61-2944-4378-A858-36FF3999829F}" dt="2026-09-07T08:44:11.781" v="0" actId="20577"/>
        <pc:sldMkLst>
          <pc:docMk/>
          <pc:sldMk cId="0" sldId="256"/>
        </pc:sldMkLst>
        <pc:spChg chg="mod">
          <ac:chgData name="Nat Trask" userId="384e9559073622a4" providerId="LiveId" clId="{BA229D61-2944-4378-A858-36FF3999829F}" dt="2026-09-07T08:44:11.781" v="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modSp mod">
        <pc:chgData name="Nat Trask" userId="384e9559073622a4" providerId="LiveId" clId="{BA229D61-2944-4378-A858-36FF3999829F}" dt="2026-09-07T09:53:54.399" v="2668" actId="20577"/>
        <pc:sldMkLst>
          <pc:docMk/>
          <pc:sldMk cId="0" sldId="257"/>
        </pc:sldMkLst>
        <pc:spChg chg="mod">
          <ac:chgData name="Nat Trask" userId="384e9559073622a4" providerId="LiveId" clId="{BA229D61-2944-4378-A858-36FF3999829F}" dt="2026-09-07T09:53:54.399" v="2668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t Trask" userId="384e9559073622a4" providerId="LiveId" clId="{BA229D61-2944-4378-A858-36FF3999829F}" dt="2026-09-07T09:51:03.532" v="2633" actId="1076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Nat Trask" userId="384e9559073622a4" providerId="LiveId" clId="{BA229D61-2944-4378-A858-36FF3999829F}" dt="2026-09-07T09:52:42.559" v="2652" actId="20577"/>
          <ac:spMkLst>
            <pc:docMk/>
            <pc:sldMk cId="0" sldId="257"/>
            <ac:spMk id="9" creationId="{70958203-0AD6-A217-4163-D4E261095045}"/>
          </ac:spMkLst>
        </pc:spChg>
        <pc:spChg chg="add mod">
          <ac:chgData name="Nat Trask" userId="384e9559073622a4" providerId="LiveId" clId="{BA229D61-2944-4378-A858-36FF3999829F}" dt="2026-09-07T09:52:57.173" v="2664" actId="113"/>
          <ac:spMkLst>
            <pc:docMk/>
            <pc:sldMk cId="0" sldId="257"/>
            <ac:spMk id="10" creationId="{7D0946F4-1017-6B03-0936-9F25ADC02ABD}"/>
          </ac:spMkLst>
        </pc:spChg>
        <pc:picChg chg="add mod">
          <ac:chgData name="Nat Trask" userId="384e9559073622a4" providerId="LiveId" clId="{BA229D61-2944-4378-A858-36FF3999829F}" dt="2026-09-07T09:51:37.939" v="2637" actId="1076"/>
          <ac:picMkLst>
            <pc:docMk/>
            <pc:sldMk cId="0" sldId="257"/>
            <ac:picMk id="7" creationId="{6F621B15-815A-C0A0-B93C-93F594F842B3}"/>
          </ac:picMkLst>
        </pc:picChg>
        <pc:picChg chg="add mod">
          <ac:chgData name="Nat Trask" userId="384e9559073622a4" providerId="LiveId" clId="{BA229D61-2944-4378-A858-36FF3999829F}" dt="2026-09-07T09:52:21.484" v="2642" actId="1076"/>
          <ac:picMkLst>
            <pc:docMk/>
            <pc:sldMk cId="0" sldId="257"/>
            <ac:picMk id="8" creationId="{68616E95-CB41-F7AC-80F5-4F0E49D26174}"/>
          </ac:picMkLst>
        </pc:picChg>
      </pc:sldChg>
      <pc:sldChg chg="modSp mod">
        <pc:chgData name="Nat Trask" userId="384e9559073622a4" providerId="LiveId" clId="{BA229D61-2944-4378-A858-36FF3999829F}" dt="2026-09-07T09:03:39.480" v="672" actId="20577"/>
        <pc:sldMkLst>
          <pc:docMk/>
          <pc:sldMk cId="0" sldId="258"/>
        </pc:sldMkLst>
        <pc:spChg chg="mod">
          <ac:chgData name="Nat Trask" userId="384e9559073622a4" providerId="LiveId" clId="{BA229D61-2944-4378-A858-36FF3999829F}" dt="2026-09-07T09:03:39.480" v="672" actId="20577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04:18.284" v="694" actId="113"/>
        <pc:sldMkLst>
          <pc:docMk/>
          <pc:sldMk cId="0" sldId="259"/>
        </pc:sldMkLst>
        <pc:spChg chg="mod">
          <ac:chgData name="Nat Trask" userId="384e9559073622a4" providerId="LiveId" clId="{BA229D61-2944-4378-A858-36FF3999829F}" dt="2026-09-07T09:04:05.743" v="693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Nat Trask" userId="384e9559073622a4" providerId="LiveId" clId="{BA229D61-2944-4378-A858-36FF3999829F}" dt="2026-09-07T09:04:18.284" v="694" actId="113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09:47.278" v="1220" actId="20577"/>
        <pc:sldMkLst>
          <pc:docMk/>
          <pc:sldMk cId="0" sldId="260"/>
        </pc:sldMkLst>
        <pc:spChg chg="mod">
          <ac:chgData name="Nat Trask" userId="384e9559073622a4" providerId="LiveId" clId="{BA229D61-2944-4378-A858-36FF3999829F}" dt="2026-09-07T09:05:43.549" v="754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Nat Trask" userId="384e9559073622a4" providerId="LiveId" clId="{BA229D61-2944-4378-A858-36FF3999829F}" dt="2026-09-07T09:05:49.022" v="760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Nat Trask" userId="384e9559073622a4" providerId="LiveId" clId="{BA229D61-2944-4378-A858-36FF3999829F}" dt="2026-09-07T09:09:42.620" v="1198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Nat Trask" userId="384e9559073622a4" providerId="LiveId" clId="{BA229D61-2944-4378-A858-36FF3999829F}" dt="2026-09-07T09:09:47.278" v="1220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Nat Trask" userId="384e9559073622a4" providerId="LiveId" clId="{BA229D61-2944-4378-A858-36FF3999829F}" dt="2026-09-07T09:07:53.530" v="97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Nat Trask" userId="384e9559073622a4" providerId="LiveId" clId="{BA229D61-2944-4378-A858-36FF3999829F}" dt="2026-09-07T09:09:17.350" v="1183" actId="20577"/>
          <ac:spMkLst>
            <pc:docMk/>
            <pc:sldMk cId="0" sldId="260"/>
            <ac:spMk id="9" creationId="{00000000-0000-0000-0000-000000000000}"/>
          </ac:spMkLst>
        </pc:spChg>
      </pc:sldChg>
      <pc:sldChg chg="ord">
        <pc:chgData name="Nat Trask" userId="384e9559073622a4" providerId="LiveId" clId="{BA229D61-2944-4378-A858-36FF3999829F}" dt="2026-09-07T12:47:45.819" v="2727"/>
        <pc:sldMkLst>
          <pc:docMk/>
          <pc:sldMk cId="0" sldId="263"/>
        </pc:sldMkLst>
      </pc:sldChg>
      <pc:sldChg chg="modSp mod ord">
        <pc:chgData name="Nat Trask" userId="384e9559073622a4" providerId="LiveId" clId="{BA229D61-2944-4378-A858-36FF3999829F}" dt="2026-09-07T12:47:56.121" v="2729"/>
        <pc:sldMkLst>
          <pc:docMk/>
          <pc:sldMk cId="0" sldId="264"/>
        </pc:sldMkLst>
        <pc:spChg chg="mod">
          <ac:chgData name="Nat Trask" userId="384e9559073622a4" providerId="LiveId" clId="{BA229D61-2944-4378-A858-36FF3999829F}" dt="2026-09-07T09:14:20.944" v="1796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Nat Trask" userId="384e9559073622a4" providerId="LiveId" clId="{BA229D61-2944-4378-A858-36FF3999829F}" dt="2026-09-07T09:14:26.333" v="1797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Nat Trask" userId="384e9559073622a4" providerId="LiveId" clId="{BA229D61-2944-4378-A858-36FF3999829F}" dt="2026-09-07T09:14:26.333" v="1797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Nat Trask" userId="384e9559073622a4" providerId="LiveId" clId="{BA229D61-2944-4378-A858-36FF3999829F}" dt="2026-09-07T09:14:26.333" v="1797" actId="1076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15:55.106" v="1909" actId="20577"/>
        <pc:sldMkLst>
          <pc:docMk/>
          <pc:sldMk cId="0" sldId="265"/>
        </pc:sldMkLst>
        <pc:spChg chg="mod">
          <ac:chgData name="Nat Trask" userId="384e9559073622a4" providerId="LiveId" clId="{BA229D61-2944-4378-A858-36FF3999829F}" dt="2026-09-07T09:15:55.106" v="1909" actId="20577"/>
          <ac:spMkLst>
            <pc:docMk/>
            <pc:sldMk cId="0" sldId="265"/>
            <ac:spMk id="4" creationId="{00000000-0000-0000-0000-000000000000}"/>
          </ac:spMkLst>
        </pc:spChg>
      </pc:sldChg>
      <pc:sldChg chg="addSp modSp mod ord">
        <pc:chgData name="Nat Trask" userId="384e9559073622a4" providerId="LiveId" clId="{BA229D61-2944-4378-A858-36FF3999829F}" dt="2026-09-07T10:06:32.811" v="2721" actId="1076"/>
        <pc:sldMkLst>
          <pc:docMk/>
          <pc:sldMk cId="0" sldId="266"/>
        </pc:sldMkLst>
        <pc:spChg chg="mod">
          <ac:chgData name="Nat Trask" userId="384e9559073622a4" providerId="LiveId" clId="{BA229D61-2944-4378-A858-36FF3999829F}" dt="2026-09-07T10:05:59.074" v="2715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Nat Trask" userId="384e9559073622a4" providerId="LiveId" clId="{BA229D61-2944-4378-A858-36FF3999829F}" dt="2026-09-07T10:06:13.683" v="2717" actId="1076"/>
          <ac:spMkLst>
            <pc:docMk/>
            <pc:sldMk cId="0" sldId="266"/>
            <ac:spMk id="5" creationId="{00000000-0000-0000-0000-000000000000}"/>
          </ac:spMkLst>
        </pc:spChg>
        <pc:picChg chg="add mod">
          <ac:chgData name="Nat Trask" userId="384e9559073622a4" providerId="LiveId" clId="{BA229D61-2944-4378-A858-36FF3999829F}" dt="2026-09-07T10:06:15.107" v="2718" actId="1076"/>
          <ac:picMkLst>
            <pc:docMk/>
            <pc:sldMk cId="0" sldId="266"/>
            <ac:picMk id="7" creationId="{3F01728C-AE01-C627-9F89-AC51590022B2}"/>
          </ac:picMkLst>
        </pc:picChg>
        <pc:picChg chg="add mod">
          <ac:chgData name="Nat Trask" userId="384e9559073622a4" providerId="LiveId" clId="{BA229D61-2944-4378-A858-36FF3999829F}" dt="2026-09-07T10:06:32.811" v="2721" actId="1076"/>
          <ac:picMkLst>
            <pc:docMk/>
            <pc:sldMk cId="0" sldId="266"/>
            <ac:picMk id="9" creationId="{8B8BC927-6F3D-0841-BE77-603F25E5F4EA}"/>
          </ac:picMkLst>
        </pc:picChg>
      </pc:sldChg>
      <pc:sldChg chg="modSp mod">
        <pc:chgData name="Nat Trask" userId="384e9559073622a4" providerId="LiveId" clId="{BA229D61-2944-4378-A858-36FF3999829F}" dt="2026-09-07T12:49:50.246" v="2915" actId="20577"/>
        <pc:sldMkLst>
          <pc:docMk/>
          <pc:sldMk cId="0" sldId="268"/>
        </pc:sldMkLst>
        <pc:spChg chg="mod">
          <ac:chgData name="Nat Trask" userId="384e9559073622a4" providerId="LiveId" clId="{BA229D61-2944-4378-A858-36FF3999829F}" dt="2026-09-07T12:48:45.159" v="2754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Nat Trask" userId="384e9559073622a4" providerId="LiveId" clId="{BA229D61-2944-4378-A858-36FF3999829F}" dt="2026-09-07T12:49:50.246" v="2915" actId="20577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17:48.252" v="2098" actId="122"/>
        <pc:sldMkLst>
          <pc:docMk/>
          <pc:sldMk cId="0" sldId="269"/>
        </pc:sldMkLst>
        <pc:spChg chg="mod">
          <ac:chgData name="Nat Trask" userId="384e9559073622a4" providerId="LiveId" clId="{BA229D61-2944-4378-A858-36FF3999829F}" dt="2026-09-07T09:17:11.439" v="2017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Nat Trask" userId="384e9559073622a4" providerId="LiveId" clId="{BA229D61-2944-4378-A858-36FF3999829F}" dt="2026-09-07T09:17:48.252" v="2098" actId="122"/>
          <ac:spMkLst>
            <pc:docMk/>
            <pc:sldMk cId="0" sldId="269"/>
            <ac:spMk id="15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18:49.690" v="2206" actId="20577"/>
        <pc:sldMkLst>
          <pc:docMk/>
          <pc:sldMk cId="0" sldId="270"/>
        </pc:sldMkLst>
        <pc:spChg chg="mod">
          <ac:chgData name="Nat Trask" userId="384e9559073622a4" providerId="LiveId" clId="{BA229D61-2944-4378-A858-36FF3999829F}" dt="2026-09-07T09:18:49.690" v="2206" actId="20577"/>
          <ac:spMkLst>
            <pc:docMk/>
            <pc:sldMk cId="0" sldId="270"/>
            <ac:spMk id="5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20:04.633" v="2306" actId="20577"/>
        <pc:sldMkLst>
          <pc:docMk/>
          <pc:sldMk cId="0" sldId="271"/>
        </pc:sldMkLst>
        <pc:spChg chg="mod">
          <ac:chgData name="Nat Trask" userId="384e9559073622a4" providerId="LiveId" clId="{BA229D61-2944-4378-A858-36FF3999829F}" dt="2026-09-07T09:20:04.633" v="2306" actId="20577"/>
          <ac:spMkLst>
            <pc:docMk/>
            <pc:sldMk cId="0" sldId="271"/>
            <ac:spMk id="6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12:51:11.850" v="2939" actId="20577"/>
        <pc:sldMkLst>
          <pc:docMk/>
          <pc:sldMk cId="0" sldId="274"/>
        </pc:sldMkLst>
        <pc:spChg chg="mod">
          <ac:chgData name="Nat Trask" userId="384e9559073622a4" providerId="LiveId" clId="{BA229D61-2944-4378-A858-36FF3999829F}" dt="2026-09-07T12:51:11.850" v="2939" actId="20577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Nat Trask" userId="384e9559073622a4" providerId="LiveId" clId="{BA229D61-2944-4378-A858-36FF3999829F}" dt="2026-09-07T09:24:27.012" v="2344" actId="1076"/>
        <pc:sldMkLst>
          <pc:docMk/>
          <pc:sldMk cId="0" sldId="290"/>
        </pc:sldMkLst>
        <pc:spChg chg="mod">
          <ac:chgData name="Nat Trask" userId="384e9559073622a4" providerId="LiveId" clId="{BA229D61-2944-4378-A858-36FF3999829F}" dt="2026-09-07T09:24:27.012" v="2344" actId="1076"/>
          <ac:spMkLst>
            <pc:docMk/>
            <pc:sldMk cId="0" sldId="290"/>
            <ac:spMk id="6" creationId="{00000000-0000-0000-0000-000000000000}"/>
          </ac:spMkLst>
        </pc:spChg>
      </pc:sldChg>
      <pc:sldChg chg="addSp delSp modSp mod">
        <pc:chgData name="Nat Trask" userId="384e9559073622a4" providerId="LiveId" clId="{BA229D61-2944-4378-A858-36FF3999829F}" dt="2026-09-07T09:30:07.911" v="2380" actId="20577"/>
        <pc:sldMkLst>
          <pc:docMk/>
          <pc:sldMk cId="0" sldId="298"/>
        </pc:sldMkLst>
        <pc:spChg chg="mod">
          <ac:chgData name="Nat Trask" userId="384e9559073622a4" providerId="LiveId" clId="{BA229D61-2944-4378-A858-36FF3999829F}" dt="2026-09-07T09:30:07.911" v="2380" actId="20577"/>
          <ac:spMkLst>
            <pc:docMk/>
            <pc:sldMk cId="0" sldId="298"/>
            <ac:spMk id="2" creationId="{00000000-0000-0000-0000-000000000000}"/>
          </ac:spMkLst>
        </pc:spChg>
        <pc:spChg chg="ord">
          <ac:chgData name="Nat Trask" userId="384e9559073622a4" providerId="LiveId" clId="{BA229D61-2944-4378-A858-36FF3999829F}" dt="2026-09-07T09:29:49.888" v="2351" actId="166"/>
          <ac:spMkLst>
            <pc:docMk/>
            <pc:sldMk cId="0" sldId="298"/>
            <ac:spMk id="3" creationId="{00000000-0000-0000-0000-000000000000}"/>
          </ac:spMkLst>
        </pc:spChg>
        <pc:spChg chg="del">
          <ac:chgData name="Nat Trask" userId="384e9559073622a4" providerId="LiveId" clId="{BA229D61-2944-4378-A858-36FF3999829F}" dt="2026-09-07T09:27:34.992" v="2345" actId="478"/>
          <ac:spMkLst>
            <pc:docMk/>
            <pc:sldMk cId="0" sldId="298"/>
            <ac:spMk id="8" creationId="{00000000-0000-0000-0000-000000000000}"/>
          </ac:spMkLst>
        </pc:spChg>
        <pc:picChg chg="add mod modCrop">
          <ac:chgData name="Nat Trask" userId="384e9559073622a4" providerId="LiveId" clId="{BA229D61-2944-4378-A858-36FF3999829F}" dt="2026-09-07T09:29:55.532" v="2352" actId="1076"/>
          <ac:picMkLst>
            <pc:docMk/>
            <pc:sldMk cId="0" sldId="298"/>
            <ac:picMk id="9" creationId="{6AA2CD42-3271-BA83-4905-4A98FC222B6E}"/>
          </ac:picMkLst>
        </pc:picChg>
      </pc:sldChg>
      <pc:sldChg chg="add del mod modShow">
        <pc:chgData name="Nat Trask" userId="384e9559073622a4" providerId="LiveId" clId="{BA229D61-2944-4378-A858-36FF3999829F}" dt="2026-09-07T09:49:53.431" v="2629" actId="729"/>
        <pc:sldMkLst>
          <pc:docMk/>
          <pc:sldMk cId="0" sldId="300"/>
        </pc:sldMkLst>
      </pc:sldChg>
      <pc:sldChg chg="add del mod modShow">
        <pc:chgData name="Nat Trask" userId="384e9559073622a4" providerId="LiveId" clId="{BA229D61-2944-4378-A858-36FF3999829F}" dt="2026-09-07T09:49:53.431" v="2629" actId="729"/>
        <pc:sldMkLst>
          <pc:docMk/>
          <pc:sldMk cId="0" sldId="301"/>
        </pc:sldMkLst>
      </pc:sldChg>
      <pc:sldChg chg="mod modShow">
        <pc:chgData name="Nat Trask" userId="384e9559073622a4" providerId="LiveId" clId="{BA229D61-2944-4378-A858-36FF3999829F}" dt="2026-09-07T09:49:53.431" v="2629" actId="729"/>
        <pc:sldMkLst>
          <pc:docMk/>
          <pc:sldMk cId="0" sldId="302"/>
        </pc:sldMkLst>
      </pc:sldChg>
      <pc:sldChg chg="mod modShow">
        <pc:chgData name="Nat Trask" userId="384e9559073622a4" providerId="LiveId" clId="{BA229D61-2944-4378-A858-36FF3999829F}" dt="2026-09-07T09:49:53.431" v="2629" actId="729"/>
        <pc:sldMkLst>
          <pc:docMk/>
          <pc:sldMk cId="0" sldId="303"/>
        </pc:sldMkLst>
      </pc:sldChg>
      <pc:sldChg chg="mod modShow">
        <pc:chgData name="Nat Trask" userId="384e9559073622a4" providerId="LiveId" clId="{BA229D61-2944-4378-A858-36FF3999829F}" dt="2026-09-07T09:49:53.431" v="2629" actId="729"/>
        <pc:sldMkLst>
          <pc:docMk/>
          <pc:sldMk cId="0" sldId="304"/>
        </pc:sldMkLst>
      </pc:sldChg>
      <pc:sldChg chg="modSp mod">
        <pc:chgData name="Nat Trask" userId="384e9559073622a4" providerId="LiveId" clId="{BA229D61-2944-4378-A858-36FF3999829F}" dt="2026-09-07T09:50:32.702" v="2632" actId="20577"/>
        <pc:sldMkLst>
          <pc:docMk/>
          <pc:sldMk cId="0" sldId="306"/>
        </pc:sldMkLst>
        <pc:spChg chg="mod">
          <ac:chgData name="Nat Trask" userId="384e9559073622a4" providerId="LiveId" clId="{BA229D61-2944-4378-A858-36FF3999829F}" dt="2026-09-07T09:50:32.702" v="2632" actId="20577"/>
          <ac:spMkLst>
            <pc:docMk/>
            <pc:sldMk cId="0" sldId="306"/>
            <ac:spMk id="5" creationId="{00000000-0000-0000-0000-000000000000}"/>
          </ac:spMkLst>
        </pc:spChg>
      </pc:sldChg>
      <pc:sldChg chg="del">
        <pc:chgData name="Nat Trask" userId="384e9559073622a4" providerId="LiveId" clId="{BA229D61-2944-4378-A858-36FF3999829F}" dt="2026-09-07T09:30:41.054" v="2381" actId="47"/>
        <pc:sldMkLst>
          <pc:docMk/>
          <pc:sldMk cId="0" sldId="308"/>
        </pc:sldMkLst>
      </pc:sldChg>
      <pc:sldChg chg="delSp modSp add mod ord">
        <pc:chgData name="Nat Trask" userId="384e9559073622a4" providerId="LiveId" clId="{BA229D61-2944-4378-A858-36FF3999829F}" dt="2026-09-07T08:50:02.516" v="345" actId="20577"/>
        <pc:sldMkLst>
          <pc:docMk/>
          <pc:sldMk cId="1857007415" sldId="309"/>
        </pc:sldMkLst>
        <pc:spChg chg="mod">
          <ac:chgData name="Nat Trask" userId="384e9559073622a4" providerId="LiveId" clId="{BA229D61-2944-4378-A858-36FF3999829F}" dt="2026-09-07T08:50:02.516" v="345" actId="20577"/>
          <ac:spMkLst>
            <pc:docMk/>
            <pc:sldMk cId="1857007415" sldId="309"/>
            <ac:spMk id="4" creationId="{49944751-51AD-FAA1-5386-35D0A623810D}"/>
          </ac:spMkLst>
        </pc:spChg>
        <pc:spChg chg="del">
          <ac:chgData name="Nat Trask" userId="384e9559073622a4" providerId="LiveId" clId="{BA229D61-2944-4378-A858-36FF3999829F}" dt="2026-09-07T08:47:09.499" v="159" actId="478"/>
          <ac:spMkLst>
            <pc:docMk/>
            <pc:sldMk cId="1857007415" sldId="309"/>
            <ac:spMk id="5" creationId="{BA48E613-F127-304F-CFDF-9A7E658A81CC}"/>
          </ac:spMkLst>
        </pc:spChg>
      </pc:sldChg>
      <pc:sldChg chg="addSp delSp modSp add mod">
        <pc:chgData name="Nat Trask" userId="384e9559073622a4" providerId="LiveId" clId="{BA229D61-2944-4378-A858-36FF3999829F}" dt="2026-09-07T08:54:16.058" v="376" actId="1076"/>
        <pc:sldMkLst>
          <pc:docMk/>
          <pc:sldMk cId="2262162754" sldId="310"/>
        </pc:sldMkLst>
        <pc:spChg chg="mod">
          <ac:chgData name="Nat Trask" userId="384e9559073622a4" providerId="LiveId" clId="{BA229D61-2944-4378-A858-36FF3999829F}" dt="2026-09-07T08:52:46.370" v="357" actId="20577"/>
          <ac:spMkLst>
            <pc:docMk/>
            <pc:sldMk cId="2262162754" sldId="310"/>
            <ac:spMk id="2" creationId="{B5B63AA2-FE8F-D076-E076-CAE54518B074}"/>
          </ac:spMkLst>
        </pc:spChg>
        <pc:spChg chg="del">
          <ac:chgData name="Nat Trask" userId="384e9559073622a4" providerId="LiveId" clId="{BA229D61-2944-4378-A858-36FF3999829F}" dt="2026-09-07T08:52:43.496" v="347" actId="478"/>
          <ac:spMkLst>
            <pc:docMk/>
            <pc:sldMk cId="2262162754" sldId="310"/>
            <ac:spMk id="4" creationId="{C05A7482-3AB6-A69D-D9C2-6372D08F5B56}"/>
          </ac:spMkLst>
        </pc:spChg>
        <pc:picChg chg="add mod">
          <ac:chgData name="Nat Trask" userId="384e9559073622a4" providerId="LiveId" clId="{BA229D61-2944-4378-A858-36FF3999829F}" dt="2026-09-07T08:53:42.555" v="369" actId="14100"/>
          <ac:picMkLst>
            <pc:docMk/>
            <pc:sldMk cId="2262162754" sldId="310"/>
            <ac:picMk id="6" creationId="{0306B62F-9829-0D20-B2AC-D72F1D7356B6}"/>
          </ac:picMkLst>
        </pc:picChg>
        <pc:picChg chg="add mod">
          <ac:chgData name="Nat Trask" userId="384e9559073622a4" providerId="LiveId" clId="{BA229D61-2944-4378-A858-36FF3999829F}" dt="2026-09-07T08:53:47.506" v="371" actId="14100"/>
          <ac:picMkLst>
            <pc:docMk/>
            <pc:sldMk cId="2262162754" sldId="310"/>
            <ac:picMk id="8" creationId="{336C62C5-DF80-C649-5601-F74AAF0D8143}"/>
          </ac:picMkLst>
        </pc:picChg>
        <pc:picChg chg="add mod">
          <ac:chgData name="Nat Trask" userId="384e9559073622a4" providerId="LiveId" clId="{BA229D61-2944-4378-A858-36FF3999829F}" dt="2026-09-07T08:53:52.699" v="373" actId="1076"/>
          <ac:picMkLst>
            <pc:docMk/>
            <pc:sldMk cId="2262162754" sldId="310"/>
            <ac:picMk id="9" creationId="{066D57BA-3046-04F9-14FF-1D93424267EC}"/>
          </ac:picMkLst>
        </pc:picChg>
        <pc:picChg chg="add mod">
          <ac:chgData name="Nat Trask" userId="384e9559073622a4" providerId="LiveId" clId="{BA229D61-2944-4378-A858-36FF3999829F}" dt="2026-09-07T08:53:54.834" v="374" actId="1076"/>
          <ac:picMkLst>
            <pc:docMk/>
            <pc:sldMk cId="2262162754" sldId="310"/>
            <ac:picMk id="10" creationId="{D7E89231-F49C-403B-4FFE-CDF4184C1803}"/>
          </ac:picMkLst>
        </pc:picChg>
        <pc:picChg chg="add mod">
          <ac:chgData name="Nat Trask" userId="384e9559073622a4" providerId="LiveId" clId="{BA229D61-2944-4378-A858-36FF3999829F}" dt="2026-09-07T08:54:16.058" v="376" actId="1076"/>
          <ac:picMkLst>
            <pc:docMk/>
            <pc:sldMk cId="2262162754" sldId="310"/>
            <ac:picMk id="12" creationId="{BFFBBFC7-2582-3F08-7A48-6142DF67BA90}"/>
          </ac:picMkLst>
        </pc:picChg>
      </pc:sldChg>
      <pc:sldChg chg="addSp delSp modSp add mod">
        <pc:chgData name="Nat Trask" userId="384e9559073622a4" providerId="LiveId" clId="{BA229D61-2944-4378-A858-36FF3999829F}" dt="2026-09-07T09:33:11.002" v="2624" actId="20577"/>
        <pc:sldMkLst>
          <pc:docMk/>
          <pc:sldMk cId="1130776603" sldId="311"/>
        </pc:sldMkLst>
        <pc:spChg chg="mod">
          <ac:chgData name="Nat Trask" userId="384e9559073622a4" providerId="LiveId" clId="{BA229D61-2944-4378-A858-36FF3999829F}" dt="2026-09-07T08:54:48.537" v="402" actId="20577"/>
          <ac:spMkLst>
            <pc:docMk/>
            <pc:sldMk cId="1130776603" sldId="311"/>
            <ac:spMk id="2" creationId="{C5056340-395C-1D12-4256-BDB7BE699D14}"/>
          </ac:spMkLst>
        </pc:spChg>
        <pc:spChg chg="add mod">
          <ac:chgData name="Nat Trask" userId="384e9559073622a4" providerId="LiveId" clId="{BA229D61-2944-4378-A858-36FF3999829F}" dt="2026-09-07T09:33:11.002" v="2624" actId="20577"/>
          <ac:spMkLst>
            <pc:docMk/>
            <pc:sldMk cId="1130776603" sldId="311"/>
            <ac:spMk id="13" creationId="{618A339D-F4FC-3EB6-1E81-7C22EBB1C346}"/>
          </ac:spMkLst>
        </pc:spChg>
        <pc:picChg chg="add mod">
          <ac:chgData name="Nat Trask" userId="384e9559073622a4" providerId="LiveId" clId="{BA229D61-2944-4378-A858-36FF3999829F}" dt="2026-09-07T08:56:11.500" v="407" actId="1076"/>
          <ac:picMkLst>
            <pc:docMk/>
            <pc:sldMk cId="1130776603" sldId="311"/>
            <ac:picMk id="5" creationId="{8D5CE427-DC12-1005-64F8-6EFF6A46FECF}"/>
          </ac:picMkLst>
        </pc:picChg>
        <pc:picChg chg="del">
          <ac:chgData name="Nat Trask" userId="384e9559073622a4" providerId="LiveId" clId="{BA229D61-2944-4378-A858-36FF3999829F}" dt="2026-09-07T08:54:52.838" v="403" actId="478"/>
          <ac:picMkLst>
            <pc:docMk/>
            <pc:sldMk cId="1130776603" sldId="311"/>
            <ac:picMk id="6" creationId="{2305A5AE-9BAC-20A5-1AB3-D1C0865F5CF9}"/>
          </ac:picMkLst>
        </pc:picChg>
        <pc:picChg chg="del">
          <ac:chgData name="Nat Trask" userId="384e9559073622a4" providerId="LiveId" clId="{BA229D61-2944-4378-A858-36FF3999829F}" dt="2026-09-07T08:54:52.838" v="403" actId="478"/>
          <ac:picMkLst>
            <pc:docMk/>
            <pc:sldMk cId="1130776603" sldId="311"/>
            <ac:picMk id="8" creationId="{3D56B89B-9BC2-04F7-871C-095DD4778D3B}"/>
          </ac:picMkLst>
        </pc:picChg>
        <pc:picChg chg="del">
          <ac:chgData name="Nat Trask" userId="384e9559073622a4" providerId="LiveId" clId="{BA229D61-2944-4378-A858-36FF3999829F}" dt="2026-09-07T08:54:52.838" v="403" actId="478"/>
          <ac:picMkLst>
            <pc:docMk/>
            <pc:sldMk cId="1130776603" sldId="311"/>
            <ac:picMk id="9" creationId="{C14061C8-1DB3-A059-120D-7765CF5717CC}"/>
          </ac:picMkLst>
        </pc:picChg>
        <pc:picChg chg="del">
          <ac:chgData name="Nat Trask" userId="384e9559073622a4" providerId="LiveId" clId="{BA229D61-2944-4378-A858-36FF3999829F}" dt="2026-09-07T08:54:52.838" v="403" actId="478"/>
          <ac:picMkLst>
            <pc:docMk/>
            <pc:sldMk cId="1130776603" sldId="311"/>
            <ac:picMk id="10" creationId="{B66FF432-C168-F365-B093-CDC968A82E5D}"/>
          </ac:picMkLst>
        </pc:picChg>
        <pc:picChg chg="add mod">
          <ac:chgData name="Nat Trask" userId="384e9559073622a4" providerId="LiveId" clId="{BA229D61-2944-4378-A858-36FF3999829F}" dt="2026-09-07T09:32:23.795" v="2467" actId="1076"/>
          <ac:picMkLst>
            <pc:docMk/>
            <pc:sldMk cId="1130776603" sldId="311"/>
            <ac:picMk id="11" creationId="{8821ACE7-C002-DEB2-3E18-2B2303A4B0B3}"/>
          </ac:picMkLst>
        </pc:picChg>
        <pc:picChg chg="del">
          <ac:chgData name="Nat Trask" userId="384e9559073622a4" providerId="LiveId" clId="{BA229D61-2944-4378-A858-36FF3999829F}" dt="2026-09-07T08:54:52.838" v="403" actId="478"/>
          <ac:picMkLst>
            <pc:docMk/>
            <pc:sldMk cId="1130776603" sldId="311"/>
            <ac:picMk id="12" creationId="{FE4D23A1-B02A-731B-F711-29E32955DF41}"/>
          </ac:picMkLst>
        </pc:picChg>
        <pc:picChg chg="add mod">
          <ac:chgData name="Nat Trask" userId="384e9559073622a4" providerId="LiveId" clId="{BA229D61-2944-4378-A858-36FF3999829F}" dt="2026-09-07T09:32:25.364" v="2468" actId="1076"/>
          <ac:picMkLst>
            <pc:docMk/>
            <pc:sldMk cId="1130776603" sldId="311"/>
            <ac:picMk id="14" creationId="{09F14A01-B6D4-6AB9-1230-AFA3B74CEDE7}"/>
          </ac:picMkLst>
        </pc:picChg>
      </pc:sldChg>
      <pc:sldChg chg="modSp add mod ord">
        <pc:chgData name="Nat Trask" userId="384e9559073622a4" providerId="LiveId" clId="{BA229D61-2944-4378-A858-36FF3999829F}" dt="2026-09-07T09:56:34.348" v="2709" actId="20577"/>
        <pc:sldMkLst>
          <pc:docMk/>
          <pc:sldMk cId="2560081251" sldId="312"/>
        </pc:sldMkLst>
        <pc:spChg chg="mod">
          <ac:chgData name="Nat Trask" userId="384e9559073622a4" providerId="LiveId" clId="{BA229D61-2944-4378-A858-36FF3999829F}" dt="2026-09-07T09:56:34.348" v="2709" actId="20577"/>
          <ac:spMkLst>
            <pc:docMk/>
            <pc:sldMk cId="2560081251" sldId="312"/>
            <ac:spMk id="2" creationId="{8B530F10-10DE-280C-F2F6-A0C0BE15B9CA}"/>
          </ac:spMkLst>
        </pc:spChg>
      </pc:sldChg>
      <pc:sldChg chg="modSp add mod">
        <pc:chgData name="Nat Trask" userId="384e9559073622a4" providerId="LiveId" clId="{BA229D61-2944-4378-A858-36FF3999829F}" dt="2026-09-07T10:07:13.940" v="2725" actId="1076"/>
        <pc:sldMkLst>
          <pc:docMk/>
          <pc:sldMk cId="3111948423" sldId="313"/>
        </pc:sldMkLst>
        <pc:picChg chg="mod">
          <ac:chgData name="Nat Trask" userId="384e9559073622a4" providerId="LiveId" clId="{BA229D61-2944-4378-A858-36FF3999829F}" dt="2026-09-07T10:07:13.940" v="2725" actId="1076"/>
          <ac:picMkLst>
            <pc:docMk/>
            <pc:sldMk cId="3111948423" sldId="313"/>
            <ac:picMk id="9" creationId="{9900472C-B851-88EC-D4BF-F9264CAD3C34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A0BFB-5BFB-493E-90AB-43A362F12293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D9407-72F0-49A3-97A5-A62061E5B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99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AAC7-0229-8AE0-9ACF-32452E0D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48139-6F90-5010-58E3-4107F6DCD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2F981-AA6D-FF45-8907-ABA069B81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03572-E0DF-0660-354A-C5AFB8430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5693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3CC6B-3F47-32FE-7621-FD5507070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A92DC-A4A3-82A7-5208-AEB44D010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51011-C98E-546A-15D7-18219AA9B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E6047-A810-9A7A-D359-C309598A3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20228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F4007-9740-E979-E759-28120277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5E336-F980-F89F-C840-E06324A35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B5CD1-719D-F4C6-A930-80A1DC7E5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8B066-A142-241F-09E9-867F6D397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53539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DBC6-7CC2-D18A-1592-C1886B65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9F3CF-FDE7-2521-1459-9CD303935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C3188-A474-7CED-C274-9B20F0A86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45037-16F8-5CE0-C809-CCE785164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2709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ADC3-4CE5-9706-DE91-AB51440D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86998-2A96-E77B-3DCC-8D674904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ADFEF-59BE-02F4-9C83-804D22BCA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whole talk around the one question: who owns control 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954AA-D56F-2B66-9BDD-8074E2638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4908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head-to-head cell live if time allows. Expect ReAct to vary run to run; MPC is much more stable because the surrogate does the deciding.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39783-EE89-92B0-3E93-F73332C9FE31}"/>
              </a:ext>
            </a:extLst>
          </p:cNvPr>
          <p:cNvSpPr/>
          <p:nvPr userDrawn="1"/>
        </p:nvSpPr>
        <p:spPr>
          <a:xfrm>
            <a:off x="0" y="6521668"/>
            <a:ext cx="10204231" cy="336331"/>
          </a:xfrm>
          <a:prstGeom prst="rect">
            <a:avLst/>
          </a:prstGeom>
          <a:solidFill>
            <a:srgbClr val="011F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0F5D8-A6B0-1592-4915-8E4C9D6C3AE1}"/>
              </a:ext>
            </a:extLst>
          </p:cNvPr>
          <p:cNvSpPr/>
          <p:nvPr userDrawn="1"/>
        </p:nvSpPr>
        <p:spPr>
          <a:xfrm>
            <a:off x="9480331" y="6521669"/>
            <a:ext cx="2711669" cy="336331"/>
          </a:xfrm>
          <a:prstGeom prst="rect">
            <a:avLst/>
          </a:prstGeom>
          <a:solidFill>
            <a:srgbClr val="9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8E744-AD70-DE1A-6F16-DD107736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A1A6707E-744E-4E78-8A21-5E48420B6F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CC34C-D4AF-FF6A-8E29-D5024620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570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6A00D-E21C-22EE-27FC-48ED99C9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5701"/>
            <a:ext cx="2743200" cy="365125"/>
          </a:xfrm>
          <a:prstGeom prst="rect">
            <a:avLst/>
          </a:prstGeom>
        </p:spPr>
        <p:txBody>
          <a:bodyPr/>
          <a:lstStyle/>
          <a:p>
            <a:fld id="{2A616D11-3496-4C11-B54D-7B160FC1FDB3}" type="datetime1">
              <a:rPr lang="en-US" smtClean="0"/>
              <a:t>9/8/2026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09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Sandia National Laboratories Logo PNG Transparent &amp; SVG ...">
            <a:extLst>
              <a:ext uri="{FF2B5EF4-FFF2-40B4-BE49-F238E27FC236}">
                <a16:creationId xmlns:a16="http://schemas.microsoft.com/office/drawing/2014/main" id="{7F4876DB-9401-2E49-37B3-2423C71E923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64"/>
          <a:stretch/>
        </p:blipFill>
        <p:spPr bwMode="auto">
          <a:xfrm>
            <a:off x="1317078" y="5123458"/>
            <a:ext cx="1943100" cy="148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B9440C-1295-9350-41A3-E27870504F64}"/>
              </a:ext>
            </a:extLst>
          </p:cNvPr>
          <p:cNvSpPr/>
          <p:nvPr userDrawn="1"/>
        </p:nvSpPr>
        <p:spPr>
          <a:xfrm>
            <a:off x="0" y="6521668"/>
            <a:ext cx="10204231" cy="336331"/>
          </a:xfrm>
          <a:prstGeom prst="rect">
            <a:avLst/>
          </a:prstGeom>
          <a:solidFill>
            <a:srgbClr val="011F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ownload Penn Logos | Penn Brand Standards">
            <a:extLst>
              <a:ext uri="{FF2B5EF4-FFF2-40B4-BE49-F238E27FC236}">
                <a16:creationId xmlns:a16="http://schemas.microsoft.com/office/drawing/2014/main" id="{869275E8-A055-9769-B175-9F38A8D6DA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4181"/>
            <a:ext cx="1598478" cy="106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0BCBA59-9AB2-CD5A-AE2B-77840F79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2124"/>
            <a:ext cx="2743200" cy="365125"/>
          </a:xfrm>
          <a:prstGeom prst="rect">
            <a:avLst/>
          </a:prstGeom>
        </p:spPr>
        <p:txBody>
          <a:bodyPr/>
          <a:lstStyle/>
          <a:p>
            <a:fld id="{0F5D7E86-2095-49DD-9534-6F9A73FD01F1}" type="datetime1">
              <a:rPr lang="en-US" smtClean="0"/>
              <a:t>9/8/2026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419597-0D6D-5602-C4EF-03E36A62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2642" y="650727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793AB5-86D1-8147-234A-B27BAB67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2B8D4C-0792-BA49-5CB0-22AA9291C64B}"/>
              </a:ext>
            </a:extLst>
          </p:cNvPr>
          <p:cNvSpPr/>
          <p:nvPr userDrawn="1"/>
        </p:nvSpPr>
        <p:spPr>
          <a:xfrm>
            <a:off x="9480331" y="6521669"/>
            <a:ext cx="2711669" cy="336331"/>
          </a:xfrm>
          <a:prstGeom prst="rect">
            <a:avLst/>
          </a:prstGeom>
          <a:solidFill>
            <a:srgbClr val="9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892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e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eg"/><Relationship Id="rId6" Type="http://schemas.openxmlformats.org/officeDocument/2006/relationships/image" Target="../media/image13.png"/><Relationship Id="rId7" Type="http://schemas.openxmlformats.org/officeDocument/2006/relationships/image" Target="../media/image14.jpe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2.xml"/><Relationship Id="rId4" Type="http://schemas.openxmlformats.org/officeDocument/2006/relationships/image" Target="../media/image16.png"/><Relationship Id="rId5" Type="http://schemas.openxmlformats.org/officeDocument/2006/relationships/image" Target="../media/image17.jpeg"/><Relationship Id="rId6" Type="http://schemas.openxmlformats.org/officeDocument/2006/relationships/image" Target="../media/image18.bin"/><Relationship Id="rId7" Type="http://schemas.openxmlformats.org/officeDocument/2006/relationships/image" Target="../media/image19.sv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gif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jpeg"/><Relationship Id="rId5" Type="http://schemas.openxmlformats.org/officeDocument/2006/relationships/image" Target="../media/image50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45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65960"/>
            <a:ext cx="110578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A1A1A"/>
                </a:solidFill>
                <a:latin typeface="Calibri"/>
              </a:rPr>
              <a:t>Foundations of Agentic AI</a:t>
            </a:r>
          </a:p>
          <a:p>
            <a:r>
              <a:rPr sz="4200" b="1">
                <a:solidFill>
                  <a:srgbClr val="1A1A1A"/>
                </a:solidFill>
                <a:latin typeface="Calibri"/>
              </a:rPr>
              <a:t>for Science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94760"/>
            <a:ext cx="11057839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0">
                <a:solidFill>
                  <a:srgbClr val="AA1E1E"/>
                </a:solidFill>
                <a:latin typeface="Calibri"/>
              </a:rPr>
              <a:t>AESCAPE 2026  ·  Introduction to Agentic Workflows</a:t>
            </a:r>
          </a:p>
          <a:p>
            <a:pPr>
              <a:spcAft>
                <a:spcPts val="300"/>
              </a:spcAft>
            </a:pPr>
            <a:endParaRPr sz="1700" b="0">
              <a:solidFill>
                <a:srgbClr val="AA1E1E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Nathaniel Trask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E6E6E"/>
                </a:solidFill>
                <a:latin typeface="Calibri"/>
              </a:rPr>
              <a:t>University of Pennsylvania</a:t>
            </a:r>
            <a:endParaRPr lang="en-US" sz="1300" b="0">
              <a:solidFill>
                <a:srgbClr val="6E6E6E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300">
                <a:solidFill>
                  <a:srgbClr val="6E6E6E"/>
                </a:solidFill>
                <a:latin typeface="Calibri"/>
              </a:rPr>
              <a:t>Sandia National Laboratories</a:t>
            </a:r>
            <a:endParaRPr sz="1300" b="0">
              <a:solidFill>
                <a:srgbClr val="6E6E6E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6E6E6E"/>
                </a:solidFill>
                <a:latin typeface="Calibri"/>
              </a:rPr>
              <a:t>September 8,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3675887"/>
            <a:ext cx="3108959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B280553-7DC8-D731-0765-FD58A4AEF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851" y="1285875"/>
            <a:ext cx="42862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A490-6084-CBF1-C024-995ADA766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710B15-C72A-D32F-6C29-95C2788BD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707E-744E-4E78-8A21-5E48420B6F0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C5550D5-A90D-CECE-CE83-EA60073DBE41}"/>
              </a:ext>
            </a:extLst>
          </p:cNvPr>
          <p:cNvSpPr>
            <a:spLocks noGrp="1"/>
          </p:cNvSpPr>
          <p:nvPr/>
        </p:nvSpPr>
        <p:spPr bwMode="auto">
          <a:xfrm>
            <a:off x="152400" y="-107545"/>
            <a:ext cx="11353800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/>
              <a:t>DOE’s Genesis Mission and the future of large-scale computing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FBA0C12-C6E8-77C5-DF6A-30953CED5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" y="1437438"/>
            <a:ext cx="7696142" cy="234267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9BE6CD4-329E-3F0D-8F2B-19A700ABA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4213"/>
            <a:ext cx="7601123" cy="570541"/>
          </a:xfrm>
          <a:prstGeom prst="rect">
            <a:avLst/>
          </a:prstGeom>
        </p:spPr>
      </p:pic>
      <p:pic>
        <p:nvPicPr>
          <p:cNvPr id="4" name="Picture 3" descr="NERSC NUG Community Call - Updates on the American Science Cloud (AmSC)">
            <a:extLst>
              <a:ext uri="{FF2B5EF4-FFF2-40B4-BE49-F238E27FC236}">
                <a16:creationId xmlns:a16="http://schemas.microsoft.com/office/drawing/2014/main" id="{E6FA1A13-585B-7544-4F4D-303204899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80110"/>
            <a:ext cx="4615067" cy="2596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D9CA7E-078F-C8AF-6171-3BDFFFD94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675" y="473075"/>
            <a:ext cx="2955925" cy="2955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C524EF-A9D1-166C-7899-5A4BB6CB3338}"/>
              </a:ext>
            </a:extLst>
          </p:cNvPr>
          <p:cNvSpPr txBox="1"/>
          <p:nvPr/>
        </p:nvSpPr>
        <p:spPr>
          <a:xfrm>
            <a:off x="8216900" y="3301673"/>
            <a:ext cx="328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/>
              <a:t>Decoding the Genesis Mission – Rick Stevens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74FDDB-61B7-2015-3CB3-254BACA16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210" y="4009620"/>
            <a:ext cx="5421613" cy="234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0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Scalable, Efficient and Accelerated Causal Reasoning ...">
            <a:extLst>
              <a:ext uri="{FF2B5EF4-FFF2-40B4-BE49-F238E27FC236}">
                <a16:creationId xmlns:a16="http://schemas.microsoft.com/office/drawing/2014/main" id="{A27BF08A-20A9-8F25-08B6-FDA0D6636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792" y="-624186"/>
            <a:ext cx="7017208" cy="431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B884154C-2081-2763-793B-7CB3FA187F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7682" b="80971"/>
          <a:stretch/>
        </p:blipFill>
        <p:spPr>
          <a:xfrm>
            <a:off x="799524" y="375455"/>
            <a:ext cx="700386" cy="851244"/>
          </a:xfrm>
          <a:prstGeom prst="rect">
            <a:avLst/>
          </a:prstGeom>
        </p:spPr>
      </p:pic>
      <p:sp>
        <p:nvSpPr>
          <p:cNvPr id="10" name="TextBox 15">
            <a:extLst>
              <a:ext uri="{FF2B5EF4-FFF2-40B4-BE49-F238E27FC236}">
                <a16:creationId xmlns:a16="http://schemas.microsoft.com/office/drawing/2014/main" id="{B422CDBF-4DF4-AD7A-8289-BE84AD83AB15}"/>
              </a:ext>
            </a:extLst>
          </p:cNvPr>
          <p:cNvSpPr txBox="1"/>
          <p:nvPr/>
        </p:nvSpPr>
        <p:spPr>
          <a:xfrm>
            <a:off x="791742" y="1199316"/>
            <a:ext cx="812830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George </a:t>
            </a:r>
            <a:r>
              <a:rPr lang="en-US" sz="1036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Karniadakis</a:t>
            </a:r>
            <a:endParaRPr lang="en-US" sz="1036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25">
            <a:extLst>
              <a:ext uri="{FF2B5EF4-FFF2-40B4-BE49-F238E27FC236}">
                <a16:creationId xmlns:a16="http://schemas.microsoft.com/office/drawing/2014/main" id="{3A10E2D9-179A-5025-5032-6F9711D64DE8}"/>
              </a:ext>
            </a:extLst>
          </p:cNvPr>
          <p:cNvSpPr txBox="1"/>
          <p:nvPr/>
        </p:nvSpPr>
        <p:spPr>
          <a:xfrm>
            <a:off x="219222" y="1210752"/>
            <a:ext cx="1957870" cy="570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endParaRPr lang="en-US" sz="1036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Brown/PNNL </a:t>
            </a:r>
          </a:p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SEA-CROGS Director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D25A8242-3FDC-EC5B-E8B4-872EB3FC82B5}"/>
              </a:ext>
            </a:extLst>
          </p:cNvPr>
          <p:cNvSpPr txBox="1"/>
          <p:nvPr/>
        </p:nvSpPr>
        <p:spPr>
          <a:xfrm>
            <a:off x="1929045" y="1346954"/>
            <a:ext cx="1938351" cy="411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UPenn/SNL</a:t>
            </a:r>
          </a:p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SEA-CROGS Deputy Director</a:t>
            </a:r>
          </a:p>
        </p:txBody>
      </p:sp>
      <p:pic>
        <p:nvPicPr>
          <p:cNvPr id="16" name="Picture 15" descr="A screenshot of a cell phone&#10;&#10;Description automatically generated">
            <a:extLst>
              <a:ext uri="{FF2B5EF4-FFF2-40B4-BE49-F238E27FC236}">
                <a16:creationId xmlns:a16="http://schemas.microsoft.com/office/drawing/2014/main" id="{F3C1560C-0A30-D52A-39EB-D0AE5A7E52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42" t="53960" r="21274" b="25655"/>
          <a:stretch/>
        </p:blipFill>
        <p:spPr>
          <a:xfrm>
            <a:off x="1604573" y="1856477"/>
            <a:ext cx="721272" cy="896316"/>
          </a:xfrm>
          <a:prstGeom prst="rect">
            <a:avLst/>
          </a:prstGeom>
        </p:spPr>
      </p:pic>
      <p:pic>
        <p:nvPicPr>
          <p:cNvPr id="18" name="Picture 17" descr="A screenshot of a cell phone&#10;&#10;Description automatically generated">
            <a:extLst>
              <a:ext uri="{FF2B5EF4-FFF2-40B4-BE49-F238E27FC236}">
                <a16:creationId xmlns:a16="http://schemas.microsoft.com/office/drawing/2014/main" id="{353D6603-00F3-B7C2-F114-8AFC57DD7D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11" r="22092" b="80979"/>
          <a:stretch/>
        </p:blipFill>
        <p:spPr>
          <a:xfrm>
            <a:off x="2494520" y="375527"/>
            <a:ext cx="700386" cy="851244"/>
          </a:xfrm>
          <a:prstGeom prst="rect">
            <a:avLst/>
          </a:prstGeom>
        </p:spPr>
      </p:pic>
      <p:pic>
        <p:nvPicPr>
          <p:cNvPr id="20" name="Picture 19" descr="A screenshot of a cell phone&#10;&#10;Description automatically generated">
            <a:extLst>
              <a:ext uri="{FF2B5EF4-FFF2-40B4-BE49-F238E27FC236}">
                <a16:creationId xmlns:a16="http://schemas.microsoft.com/office/drawing/2014/main" id="{C1A8CCB9-89A5-E84B-DC3A-5B65F0244A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73" r="76494" b="53153"/>
          <a:stretch/>
        </p:blipFill>
        <p:spPr>
          <a:xfrm>
            <a:off x="644405" y="2991337"/>
            <a:ext cx="600713" cy="727657"/>
          </a:xfrm>
          <a:prstGeom prst="rect">
            <a:avLst/>
          </a:prstGeom>
        </p:spPr>
      </p:pic>
      <p:pic>
        <p:nvPicPr>
          <p:cNvPr id="22" name="Picture 21" descr="A screenshot of a cell phone&#10;&#10;Description automatically generated">
            <a:extLst>
              <a:ext uri="{FF2B5EF4-FFF2-40B4-BE49-F238E27FC236}">
                <a16:creationId xmlns:a16="http://schemas.microsoft.com/office/drawing/2014/main" id="{E9495EC5-53D5-9D08-D801-DDF927CDD4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434" t="27594" r="22522" b="52437"/>
          <a:stretch/>
        </p:blipFill>
        <p:spPr>
          <a:xfrm>
            <a:off x="2685715" y="1837092"/>
            <a:ext cx="700386" cy="947409"/>
          </a:xfrm>
          <a:prstGeom prst="rect">
            <a:avLst/>
          </a:prstGeom>
        </p:spPr>
      </p:pic>
      <p:pic>
        <p:nvPicPr>
          <p:cNvPr id="24" name="Picture 23" descr="A screenshot of a cell phone&#10;&#10;Description automatically generated">
            <a:extLst>
              <a:ext uri="{FF2B5EF4-FFF2-40B4-BE49-F238E27FC236}">
                <a16:creationId xmlns:a16="http://schemas.microsoft.com/office/drawing/2014/main" id="{65DC3007-BF77-875A-ECC9-6C8FCA360A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29" r="77793" b="25881"/>
          <a:stretch/>
        </p:blipFill>
        <p:spPr>
          <a:xfrm>
            <a:off x="1619791" y="2977480"/>
            <a:ext cx="585274" cy="781051"/>
          </a:xfrm>
          <a:prstGeom prst="rect">
            <a:avLst/>
          </a:prstGeom>
        </p:spPr>
      </p:pic>
      <p:pic>
        <p:nvPicPr>
          <p:cNvPr id="26" name="Picture 25" descr="A person in a striped shirt&#10;&#10;Description automatically generated">
            <a:extLst>
              <a:ext uri="{FF2B5EF4-FFF2-40B4-BE49-F238E27FC236}">
                <a16:creationId xmlns:a16="http://schemas.microsoft.com/office/drawing/2014/main" id="{AF85628F-29AE-767B-29F0-069E4DBE4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78" y="1883175"/>
            <a:ext cx="670992" cy="851245"/>
          </a:xfrm>
          <a:prstGeom prst="rect">
            <a:avLst/>
          </a:prstGeom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0214DEE9-2422-1E49-8F81-94A0D4ACC812}"/>
              </a:ext>
            </a:extLst>
          </p:cNvPr>
          <p:cNvSpPr txBox="1"/>
          <p:nvPr/>
        </p:nvSpPr>
        <p:spPr>
          <a:xfrm>
            <a:off x="2555400" y="1191530"/>
            <a:ext cx="667614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Nathaniel Trask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BCB054F4-E82E-B4DA-48E4-8397B5B8D347}"/>
              </a:ext>
            </a:extLst>
          </p:cNvPr>
          <p:cNvSpPr txBox="1"/>
          <p:nvPr/>
        </p:nvSpPr>
        <p:spPr>
          <a:xfrm>
            <a:off x="672985" y="3684712"/>
            <a:ext cx="543554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Priya Panda</a:t>
            </a: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1965380A-EEF6-744C-9211-29BF8A74B2B2}"/>
              </a:ext>
            </a:extLst>
          </p:cNvPr>
          <p:cNvSpPr txBox="1"/>
          <p:nvPr/>
        </p:nvSpPr>
        <p:spPr>
          <a:xfrm>
            <a:off x="2779484" y="2684155"/>
            <a:ext cx="551248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Panos</a:t>
            </a:r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36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Stinis</a:t>
            </a:r>
            <a:endParaRPr lang="en-US" sz="1036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779EA450-7F47-637F-1C9E-34014F4918CB}"/>
              </a:ext>
            </a:extLst>
          </p:cNvPr>
          <p:cNvSpPr txBox="1"/>
          <p:nvPr/>
        </p:nvSpPr>
        <p:spPr>
          <a:xfrm>
            <a:off x="771709" y="2688664"/>
            <a:ext cx="393529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Eric Cyr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5987E6E0-A881-A9EA-A9FD-768AF2D6D283}"/>
              </a:ext>
            </a:extLst>
          </p:cNvPr>
          <p:cNvSpPr txBox="1"/>
          <p:nvPr/>
        </p:nvSpPr>
        <p:spPr>
          <a:xfrm>
            <a:off x="1576491" y="3684712"/>
            <a:ext cx="785902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Daniel Tartakovsky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309C1FC0-3371-4811-BEB9-F30B01A03EE1}"/>
              </a:ext>
            </a:extLst>
          </p:cNvPr>
          <p:cNvSpPr txBox="1"/>
          <p:nvPr/>
        </p:nvSpPr>
        <p:spPr>
          <a:xfrm>
            <a:off x="1671313" y="2684155"/>
            <a:ext cx="587792" cy="147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Martin Maxey</a:t>
            </a:r>
          </a:p>
        </p:txBody>
      </p:sp>
      <p:sp>
        <p:nvSpPr>
          <p:cNvPr id="40" name="TextBox 28">
            <a:extLst>
              <a:ext uri="{FF2B5EF4-FFF2-40B4-BE49-F238E27FC236}">
                <a16:creationId xmlns:a16="http://schemas.microsoft.com/office/drawing/2014/main" id="{506CFBE0-9E9B-81EB-EA67-0724956EDDCB}"/>
              </a:ext>
            </a:extLst>
          </p:cNvPr>
          <p:cNvSpPr txBox="1"/>
          <p:nvPr/>
        </p:nvSpPr>
        <p:spPr>
          <a:xfrm>
            <a:off x="407704" y="2836302"/>
            <a:ext cx="1121537" cy="1425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SNL</a:t>
            </a:r>
          </a:p>
        </p:txBody>
      </p:sp>
      <p:sp>
        <p:nvSpPr>
          <p:cNvPr id="42" name="TextBox 29">
            <a:extLst>
              <a:ext uri="{FF2B5EF4-FFF2-40B4-BE49-F238E27FC236}">
                <a16:creationId xmlns:a16="http://schemas.microsoft.com/office/drawing/2014/main" id="{EFDFC5E3-6755-340D-FE50-0470618ABA96}"/>
              </a:ext>
            </a:extLst>
          </p:cNvPr>
          <p:cNvSpPr txBox="1"/>
          <p:nvPr/>
        </p:nvSpPr>
        <p:spPr>
          <a:xfrm>
            <a:off x="378373" y="3830966"/>
            <a:ext cx="1121537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USC</a:t>
            </a:r>
          </a:p>
        </p:txBody>
      </p:sp>
      <p:sp>
        <p:nvSpPr>
          <p:cNvPr id="44" name="TextBox 31">
            <a:extLst>
              <a:ext uri="{FF2B5EF4-FFF2-40B4-BE49-F238E27FC236}">
                <a16:creationId xmlns:a16="http://schemas.microsoft.com/office/drawing/2014/main" id="{7DE08AF0-404B-A4DB-EF77-AD75EC6CFED9}"/>
              </a:ext>
            </a:extLst>
          </p:cNvPr>
          <p:cNvSpPr txBox="1"/>
          <p:nvPr/>
        </p:nvSpPr>
        <p:spPr>
          <a:xfrm>
            <a:off x="2362393" y="2823142"/>
            <a:ext cx="1385430" cy="1425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PNNL</a:t>
            </a:r>
          </a:p>
        </p:txBody>
      </p:sp>
      <p:sp>
        <p:nvSpPr>
          <p:cNvPr id="46" name="TextBox 32">
            <a:extLst>
              <a:ext uri="{FF2B5EF4-FFF2-40B4-BE49-F238E27FC236}">
                <a16:creationId xmlns:a16="http://schemas.microsoft.com/office/drawing/2014/main" id="{54ABF56E-A43C-6943-7B48-7D79E77D9499}"/>
              </a:ext>
            </a:extLst>
          </p:cNvPr>
          <p:cNvSpPr txBox="1"/>
          <p:nvPr/>
        </p:nvSpPr>
        <p:spPr>
          <a:xfrm>
            <a:off x="1276726" y="3833343"/>
            <a:ext cx="1385431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Stanford</a:t>
            </a:r>
          </a:p>
        </p:txBody>
      </p:sp>
      <p:sp>
        <p:nvSpPr>
          <p:cNvPr id="48" name="TextBox 33">
            <a:extLst>
              <a:ext uri="{FF2B5EF4-FFF2-40B4-BE49-F238E27FC236}">
                <a16:creationId xmlns:a16="http://schemas.microsoft.com/office/drawing/2014/main" id="{C44D3BC9-DD78-DCB6-D235-3F4A0BCB55E8}"/>
              </a:ext>
            </a:extLst>
          </p:cNvPr>
          <p:cNvSpPr txBox="1"/>
          <p:nvPr/>
        </p:nvSpPr>
        <p:spPr>
          <a:xfrm>
            <a:off x="1121612" y="2813420"/>
            <a:ext cx="1687194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1pPr>
            <a:lvl2pPr indent="228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2pPr>
            <a:lvl3pPr indent="457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3pPr>
            <a:lvl4pPr indent="685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4pPr>
            <a:lvl5pPr indent="9144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5pPr>
            <a:lvl6pPr indent="11430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6pPr>
            <a:lvl7pPr indent="13716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7pPr>
            <a:lvl8pPr indent="16002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8pPr>
            <a:lvl9pPr indent="1828800" algn="ctr" defTabSz="584200">
              <a:defRPr sz="3600"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Brown</a:t>
            </a:r>
          </a:p>
        </p:txBody>
      </p:sp>
      <p:pic>
        <p:nvPicPr>
          <p:cNvPr id="50" name="Picture 49" descr="Scientist Stories: Mengjia Xu, Neuro-inspired Algorithms and Theory">
            <a:extLst>
              <a:ext uri="{FF2B5EF4-FFF2-40B4-BE49-F238E27FC236}">
                <a16:creationId xmlns:a16="http://schemas.microsoft.com/office/drawing/2014/main" id="{4A91C966-1390-CCED-DF03-1AB77AF8CF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874" r="15978"/>
          <a:stretch>
            <a:fillRect/>
          </a:stretch>
        </p:blipFill>
        <p:spPr>
          <a:xfrm>
            <a:off x="2770085" y="3046591"/>
            <a:ext cx="536900" cy="65668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FA9BABC-0DDD-9B87-27CB-C946A2B48950}"/>
              </a:ext>
            </a:extLst>
          </p:cNvPr>
          <p:cNvSpPr txBox="1"/>
          <p:nvPr/>
        </p:nvSpPr>
        <p:spPr>
          <a:xfrm>
            <a:off x="2586970" y="3688760"/>
            <a:ext cx="899720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36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Mengjia</a:t>
            </a:r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Xu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3B5E36-C251-8C34-945E-FAFF01EAA18F}"/>
              </a:ext>
            </a:extLst>
          </p:cNvPr>
          <p:cNvSpPr txBox="1"/>
          <p:nvPr/>
        </p:nvSpPr>
        <p:spPr>
          <a:xfrm>
            <a:off x="2808806" y="3830966"/>
            <a:ext cx="643891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NJIT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1D341B1-3483-1FC7-74D9-3B8D4AC42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0732" y="5637112"/>
            <a:ext cx="1958510" cy="701101"/>
          </a:xfrm>
          <a:prstGeom prst="rect">
            <a:avLst/>
          </a:prstGeom>
        </p:spPr>
      </p:pic>
      <p:pic>
        <p:nvPicPr>
          <p:cNvPr id="2" name="Picture 1" descr="Houman Owhadi - Computing + Mathematical Sciences">
            <a:extLst>
              <a:ext uri="{FF2B5EF4-FFF2-40B4-BE49-F238E27FC236}">
                <a16:creationId xmlns:a16="http://schemas.microsoft.com/office/drawing/2014/main" id="{1C911CD6-264C-6BF8-26F1-B8B1FEB37D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531" y="4164041"/>
            <a:ext cx="479561" cy="6347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1BE1F8-610F-46F5-6411-D037C52A302A}"/>
              </a:ext>
            </a:extLst>
          </p:cNvPr>
          <p:cNvSpPr txBox="1"/>
          <p:nvPr/>
        </p:nvSpPr>
        <p:spPr>
          <a:xfrm>
            <a:off x="1293229" y="4848512"/>
            <a:ext cx="1276270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36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Houman </a:t>
            </a:r>
            <a:r>
              <a:rPr lang="en-US" sz="1036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Owhadi</a:t>
            </a:r>
            <a:endParaRPr lang="en-US" sz="1036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5C8E7-2ECA-9FD0-FAA5-99FBFE98159D}"/>
              </a:ext>
            </a:extLst>
          </p:cNvPr>
          <p:cNvSpPr txBox="1"/>
          <p:nvPr/>
        </p:nvSpPr>
        <p:spPr>
          <a:xfrm>
            <a:off x="1619791" y="4974380"/>
            <a:ext cx="643891" cy="25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36">
                <a:latin typeface="Arial" panose="020B0604020202020204" pitchFamily="34" charset="0"/>
                <a:cs typeface="Arial" panose="020B0604020202020204" pitchFamily="34" charset="0"/>
              </a:rPr>
              <a:t>Caltech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84AC4D-6468-8757-CD55-E3A223AF4B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3584" y="2526173"/>
            <a:ext cx="5474011" cy="311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6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3FCFD-094A-6F5C-D47F-8941DB03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AA8476-1028-9960-B9BF-2DD78C5D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707E-744E-4E78-8A21-5E48420B6F0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CE745C-F2D4-D92A-C923-F3995A243EA0}"/>
              </a:ext>
            </a:extLst>
          </p:cNvPr>
          <p:cNvSpPr>
            <a:spLocks noGrp="1"/>
          </p:cNvSpPr>
          <p:nvPr/>
        </p:nvSpPr>
        <p:spPr bwMode="auto">
          <a:xfrm>
            <a:off x="68216" y="-104715"/>
            <a:ext cx="11353800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/>
              <a:t>Adoption across DOE user facilities – pulsed power fusion and data centers</a:t>
            </a:r>
          </a:p>
        </p:txBody>
      </p:sp>
      <p:pic>
        <p:nvPicPr>
          <p:cNvPr id="5" name="compressed_plasma_model_rollout_logmom (1)">
            <a:hlinkClick r:id="" action="ppaction://media"/>
            <a:extLst>
              <a:ext uri="{FF2B5EF4-FFF2-40B4-BE49-F238E27FC236}">
                <a16:creationId xmlns:a16="http://schemas.microsoft.com/office/drawing/2014/main" id="{8E69D07F-01D4-1C8C-F4A5-28DA776D92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8815" r="9104"/>
          <a:stretch>
            <a:fillRect/>
          </a:stretch>
        </p:blipFill>
        <p:spPr>
          <a:xfrm>
            <a:off x="152400" y="2919406"/>
            <a:ext cx="5855154" cy="2377792"/>
          </a:xfrm>
          <a:prstGeom prst="rect">
            <a:avLst/>
          </a:prstGeom>
        </p:spPr>
      </p:pic>
      <p:pic>
        <p:nvPicPr>
          <p:cNvPr id="4" name="Picture 2" descr="Energy – Z Pulsed Power Facility">
            <a:extLst>
              <a:ext uri="{FF2B5EF4-FFF2-40B4-BE49-F238E27FC236}">
                <a16:creationId xmlns:a16="http://schemas.microsoft.com/office/drawing/2014/main" id="{9A129383-600B-648E-1349-18E91CA18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83" y="1332117"/>
            <a:ext cx="5699597" cy="1810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18ED4E-1676-BC83-3B04-56C2C2F21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8722" y="1332117"/>
            <a:ext cx="3180078" cy="2121282"/>
          </a:xfrm>
          <a:prstGeom prst="rect">
            <a:avLst/>
          </a:prstGeom>
        </p:spPr>
      </p:pic>
      <p:pic>
        <p:nvPicPr>
          <p:cNvPr id="8" name="Graphic 26">
            <a:extLst>
              <a:ext uri="{FF2B5EF4-FFF2-40B4-BE49-F238E27FC236}">
                <a16:creationId xmlns:a16="http://schemas.microsoft.com/office/drawing/2014/main" id="{E6F30F50-381E-F90C-D85D-055D1C6CF6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87765" y="1163665"/>
            <a:ext cx="2016846" cy="20027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691A33-ABC0-2E72-B861-BA1733D431F0}"/>
              </a:ext>
            </a:extLst>
          </p:cNvPr>
          <p:cNvSpPr txBox="1"/>
          <p:nvPr/>
        </p:nvSpPr>
        <p:spPr>
          <a:xfrm>
            <a:off x="138086" y="671370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>
                <a:cs typeface="Calibri" panose="020F0502020204030204" pitchFamily="34" charset="0"/>
              </a:rPr>
              <a:t>Simulation of components in fusion shot far outweighs the time available between experiments</a:t>
            </a:r>
          </a:p>
        </p:txBody>
      </p:sp>
      <p:sp>
        <p:nvSpPr>
          <p:cNvPr id="11" name="TextBox 28">
            <a:extLst>
              <a:ext uri="{FF2B5EF4-FFF2-40B4-BE49-F238E27FC236}">
                <a16:creationId xmlns:a16="http://schemas.microsoft.com/office/drawing/2014/main" id="{2D969232-BCE4-EC55-1ABB-92B6F453C79F}"/>
              </a:ext>
            </a:extLst>
          </p:cNvPr>
          <p:cNvSpPr txBox="1"/>
          <p:nvPr/>
        </p:nvSpPr>
        <p:spPr>
          <a:xfrm>
            <a:off x="9528719" y="3142926"/>
            <a:ext cx="2510881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/>
              <a:t>Heat release from thermal runaway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AD6D9C-2944-59F8-7AC5-AA971672FB97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0784160" y="2280085"/>
            <a:ext cx="0" cy="8628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F5A59D8-22D4-9A5A-3D13-74D9C7EDC1C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5010" t="23571" b="52858"/>
          <a:stretch>
            <a:fillRect/>
          </a:stretch>
        </p:blipFill>
        <p:spPr>
          <a:xfrm>
            <a:off x="6268722" y="3663544"/>
            <a:ext cx="2901325" cy="1633654"/>
          </a:xfrm>
          <a:prstGeom prst="rect">
            <a:avLst/>
          </a:prstGeom>
        </p:spPr>
      </p:pic>
      <p:sp>
        <p:nvSpPr>
          <p:cNvPr id="17" name="TextBox 60">
            <a:extLst>
              <a:ext uri="{FF2B5EF4-FFF2-40B4-BE49-F238E27FC236}">
                <a16:creationId xmlns:a16="http://schemas.microsoft.com/office/drawing/2014/main" id="{F9FDE3E2-DB5A-6F99-447A-65F8E025198C}"/>
              </a:ext>
            </a:extLst>
          </p:cNvPr>
          <p:cNvSpPr txBox="1"/>
          <p:nvPr/>
        </p:nvSpPr>
        <p:spPr>
          <a:xfrm>
            <a:off x="223683" y="5344740"/>
            <a:ext cx="56373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u="sng">
                <a:solidFill>
                  <a:srgbClr val="C00000"/>
                </a:solidFill>
              </a:rPr>
              <a:t>What’s missing in current AI/ML?</a:t>
            </a:r>
            <a:br>
              <a:rPr lang="en-US" sz="2400" b="1" u="sng">
                <a:solidFill>
                  <a:srgbClr val="C00000"/>
                </a:solidFill>
              </a:rPr>
            </a:br>
            <a:r>
              <a:rPr lang="en-US" sz="2000" b="1">
                <a:solidFill>
                  <a:srgbClr val="011F5B"/>
                </a:solidFill>
              </a:rPr>
              <a:t>Guaranteed stability for long-time rollouts of chaotic dynamics, structure-preservation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19" name="TextBox 60">
            <a:extLst>
              <a:ext uri="{FF2B5EF4-FFF2-40B4-BE49-F238E27FC236}">
                <a16:creationId xmlns:a16="http://schemas.microsoft.com/office/drawing/2014/main" id="{5F38C151-57B5-87C5-CF6E-59AB43057230}"/>
              </a:ext>
            </a:extLst>
          </p:cNvPr>
          <p:cNvSpPr txBox="1"/>
          <p:nvPr/>
        </p:nvSpPr>
        <p:spPr>
          <a:xfrm>
            <a:off x="5897516" y="5344740"/>
            <a:ext cx="62944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u="sng">
                <a:solidFill>
                  <a:srgbClr val="C00000"/>
                </a:solidFill>
              </a:rPr>
              <a:t>What’s missing in current AI/ML?</a:t>
            </a:r>
            <a:br>
              <a:rPr lang="en-US" sz="2400" b="1" u="sng">
                <a:solidFill>
                  <a:srgbClr val="C00000"/>
                </a:solidFill>
              </a:rPr>
            </a:br>
            <a:r>
              <a:rPr lang="en-US" sz="2000" b="1">
                <a:solidFill>
                  <a:srgbClr val="011F5B"/>
                </a:solidFill>
              </a:rPr>
              <a:t>Need generalization across geometry, operating conditions from modest data, UQ, extreme physics</a:t>
            </a:r>
            <a:endParaRPr lang="en-US" sz="2400" b="1">
              <a:solidFill>
                <a:srgbClr val="C0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8E9255D-D8BA-B8E0-F0AC-B6E10AE8526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3265"/>
          <a:stretch>
            <a:fillRect/>
          </a:stretch>
        </p:blipFill>
        <p:spPr>
          <a:xfrm>
            <a:off x="9661742" y="3585286"/>
            <a:ext cx="2236685" cy="1790169"/>
          </a:xfrm>
          <a:prstGeom prst="rect">
            <a:avLst/>
          </a:prstGeom>
        </p:spPr>
      </p:pic>
      <p:sp>
        <p:nvSpPr>
          <p:cNvPr id="27" name="TextBox 28">
            <a:extLst>
              <a:ext uri="{FF2B5EF4-FFF2-40B4-BE49-F238E27FC236}">
                <a16:creationId xmlns:a16="http://schemas.microsoft.com/office/drawing/2014/main" id="{769CD22C-BF72-4039-2628-ACD581F10E4D}"/>
              </a:ext>
            </a:extLst>
          </p:cNvPr>
          <p:cNvSpPr txBox="1"/>
          <p:nvPr/>
        </p:nvSpPr>
        <p:spPr>
          <a:xfrm>
            <a:off x="10650383" y="1034820"/>
            <a:ext cx="138921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/>
              <a:t>Battery rack thermal </a:t>
            </a:r>
            <a:r>
              <a:rPr lang="en-US" sz="1200" b="1" err="1"/>
              <a:t>mgmt</a:t>
            </a:r>
            <a:endParaRPr lang="en-US" sz="1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E5F5D-0FCB-B133-CF0D-9A4EF8CA5A4D}"/>
              </a:ext>
            </a:extLst>
          </p:cNvPr>
          <p:cNvSpPr txBox="1"/>
          <p:nvPr/>
        </p:nvSpPr>
        <p:spPr>
          <a:xfrm>
            <a:off x="6159954" y="694925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>
                <a:cs typeface="Calibri" panose="020F0502020204030204" pitchFamily="34" charset="0"/>
              </a:rPr>
              <a:t>Cascading failure poses a risk to energy storage system installations and first responders.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D3ED7E-4BE1-64D7-6A86-55B41128688D}"/>
              </a:ext>
            </a:extLst>
          </p:cNvPr>
          <p:cNvSpPr txBox="1"/>
          <p:nvPr/>
        </p:nvSpPr>
        <p:spPr>
          <a:xfrm>
            <a:off x="0" y="6560349"/>
            <a:ext cx="9528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Kinch, Brooks, et al. "A </a:t>
            </a:r>
            <a:r>
              <a:rPr lang="en-US" sz="1200" b="0" i="0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Hybridizable</a:t>
            </a:r>
            <a:r>
              <a:rPr lang="en-US" sz="1200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Neural Time Integrator for Stable Autoregressive Forecasting." </a:t>
            </a:r>
            <a:r>
              <a:rPr lang="en-US" sz="1200" b="0" i="1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200" b="0" i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preprint arXiv:2604.21101</a:t>
            </a:r>
            <a:r>
              <a:rPr lang="en-US" sz="1200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(2026).</a:t>
            </a:r>
            <a:endParaRPr lang="en-US" sz="32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2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EC97-63F2-4391-27FA-ECB6EF2B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F015E3-5722-8FA1-2C8A-842B7D3B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707E-744E-4E78-8A21-5E48420B6F0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663A33-CE9B-849D-8710-E3307EBA48C1}"/>
              </a:ext>
            </a:extLst>
          </p:cNvPr>
          <p:cNvSpPr>
            <a:spLocks noGrp="1"/>
          </p:cNvSpPr>
          <p:nvPr/>
        </p:nvSpPr>
        <p:spPr bwMode="auto">
          <a:xfrm>
            <a:off x="152400" y="-107545"/>
            <a:ext cx="11353800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/>
              <a:t>What’s next? Agentic systems that can design and reason about physics and geometry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EF27FCD-1C44-D3C2-8B20-F34C015FB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80930"/>
            <a:ext cx="1956361" cy="235735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BA0DAFE-BFA2-6DE4-3B4D-4D5917C01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548" y="680931"/>
            <a:ext cx="3041245" cy="235735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5FB1262-D8BF-B027-E290-DBDB1848B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708" y="680930"/>
            <a:ext cx="5606792" cy="217944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67F2A6C-9494-1D93-3E79-50FD15B8B814}"/>
              </a:ext>
            </a:extLst>
          </p:cNvPr>
          <p:cNvSpPr txBox="1"/>
          <p:nvPr/>
        </p:nvSpPr>
        <p:spPr>
          <a:xfrm>
            <a:off x="659388" y="3038284"/>
            <a:ext cx="4880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Hierarchical Evolutionary Numerical Algorithms (HENA)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9D3294-5867-D693-2719-123FDC93E907}"/>
              </a:ext>
            </a:extLst>
          </p:cNvPr>
          <p:cNvSpPr txBox="1"/>
          <p:nvPr/>
        </p:nvSpPr>
        <p:spPr>
          <a:xfrm>
            <a:off x="6306076" y="3038284"/>
            <a:ext cx="48419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Graph Reduction to Adaptive Factored Trees (GRAFT)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4DA4DF2-BED1-6407-D7B9-067D16B127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65" y="3869281"/>
            <a:ext cx="5456028" cy="165044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4C3FAA1-1696-200B-F171-2F30A415C27B}"/>
              </a:ext>
            </a:extLst>
          </p:cNvPr>
          <p:cNvSpPr txBox="1"/>
          <p:nvPr/>
        </p:nvSpPr>
        <p:spPr>
          <a:xfrm>
            <a:off x="571500" y="5524191"/>
            <a:ext cx="4880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Coordinate-free FEEC to generalize across unseen geometry (</a:t>
            </a:r>
            <a:r>
              <a:rPr lang="en-US" sz="2400" b="1" err="1">
                <a:solidFill>
                  <a:srgbClr val="C00000"/>
                </a:solidFill>
              </a:rPr>
              <a:t>GeoNEW</a:t>
            </a:r>
            <a:r>
              <a:rPr lang="en-US" sz="2400" b="1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222D69E-8F48-185D-FC46-F5C1BD732965}"/>
              </a:ext>
            </a:extLst>
          </p:cNvPr>
          <p:cNvSpPr txBox="1"/>
          <p:nvPr/>
        </p:nvSpPr>
        <p:spPr>
          <a:xfrm>
            <a:off x="6013708" y="5544082"/>
            <a:ext cx="5167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Meshfree Exterior Calculus (MEEC) for single-shot physics from point clouds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62DC64B-CD85-C267-D50F-27741CF1B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904507"/>
            <a:ext cx="2357362" cy="158445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48EB1A6-0D61-5AEF-C738-910CBE6549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362" y="3984911"/>
            <a:ext cx="2357362" cy="1492996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F48F4BA-E5C4-D82F-AB44-2C1BF68C36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400" y="3984911"/>
            <a:ext cx="1093772" cy="1339313"/>
          </a:xfrm>
          <a:prstGeom prst="rect">
            <a:avLst/>
          </a:prstGeom>
        </p:spPr>
      </p:pic>
      <p:pic>
        <p:nvPicPr>
          <p:cNvPr id="4" name="Picture 3" descr="University of Pennsylvania - Wikipedia">
            <a:extLst>
              <a:ext uri="{FF2B5EF4-FFF2-40B4-BE49-F238E27FC236}">
                <a16:creationId xmlns:a16="http://schemas.microsoft.com/office/drawing/2014/main" id="{910A7481-934A-E18D-CC49-F87CC3CB45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6454" y="5718255"/>
            <a:ext cx="892964" cy="774619"/>
          </a:xfrm>
          <a:prstGeom prst="rect">
            <a:avLst/>
          </a:prstGeom>
        </p:spPr>
      </p:pic>
      <p:pic>
        <p:nvPicPr>
          <p:cNvPr id="7" name="Picture 6" descr="Brown University logo transparent PNG - StickPNG">
            <a:extLst>
              <a:ext uri="{FF2B5EF4-FFF2-40B4-BE49-F238E27FC236}">
                <a16:creationId xmlns:a16="http://schemas.microsoft.com/office/drawing/2014/main" id="{34353C9C-13A7-8C9D-B55D-EC3B200881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5643" y="2860373"/>
            <a:ext cx="868094" cy="8680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0E7670-B0C2-F817-D93A-FD620405093C}"/>
              </a:ext>
            </a:extLst>
          </p:cNvPr>
          <p:cNvSpPr txBox="1"/>
          <p:nvPr/>
        </p:nvSpPr>
        <p:spPr>
          <a:xfrm>
            <a:off x="-79751" y="6479228"/>
            <a:ext cx="3709642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"ATHENA: Agentic Team for Hierarchical Evolutionary Numerical Algorithms." </a:t>
            </a:r>
            <a:r>
              <a:rPr lang="en-US" sz="975" b="0" i="1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75" b="0" i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preprint arXiv:2512.03476</a:t>
            </a:r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(2025).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3C2C8-0954-947B-7502-980242670FB7}"/>
              </a:ext>
            </a:extLst>
          </p:cNvPr>
          <p:cNvSpPr txBox="1"/>
          <p:nvPr/>
        </p:nvSpPr>
        <p:spPr>
          <a:xfrm>
            <a:off x="3406735" y="6492874"/>
            <a:ext cx="3455884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"Structure-Preserving Learning Improves Geometry Generalization…” </a:t>
            </a:r>
            <a:r>
              <a:rPr lang="en-US" sz="975" b="0" i="1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75" b="0" i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preprint arXiv:2602.02788</a:t>
            </a:r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(2026).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7070F-46F2-4D9D-3A8D-3E761AB0D016}"/>
              </a:ext>
            </a:extLst>
          </p:cNvPr>
          <p:cNvSpPr txBox="1"/>
          <p:nvPr/>
        </p:nvSpPr>
        <p:spPr>
          <a:xfrm>
            <a:off x="6765636" y="6506520"/>
            <a:ext cx="6160654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“A meshfree exterior calculus…”. </a:t>
            </a:r>
            <a:b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lang="en-US" sz="975" b="0" i="1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75" b="0" i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preprint arXiv:2605.08436</a:t>
            </a:r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98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E662-319A-6A89-F2C1-E2D671E2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514039-2C3F-7456-C851-36987B71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6707E-744E-4E78-8A21-5E48420B6F0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1046F8-656A-BB77-598E-B533A17FC2E6}"/>
              </a:ext>
            </a:extLst>
          </p:cNvPr>
          <p:cNvSpPr>
            <a:spLocks noGrp="1"/>
          </p:cNvSpPr>
          <p:nvPr/>
        </p:nvSpPr>
        <p:spPr bwMode="auto">
          <a:xfrm>
            <a:off x="152400" y="-107545"/>
            <a:ext cx="11353800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/>
              <a:t>From an analyst’s sketch to simulation: re-entry vehicle at Mach 10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F01BDD-6861-381C-7ACA-9D3F5622D8F5}"/>
              </a:ext>
            </a:extLst>
          </p:cNvPr>
          <p:cNvGrpSpPr/>
          <p:nvPr/>
        </p:nvGrpSpPr>
        <p:grpSpPr>
          <a:xfrm>
            <a:off x="3183748" y="761999"/>
            <a:ext cx="7823094" cy="3675625"/>
            <a:chOff x="0" y="0"/>
            <a:chExt cx="10972800" cy="517030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245575-74EB-237E-1CF4-094D3ADE7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5923"/>
            <a:stretch>
              <a:fillRect/>
            </a:stretch>
          </p:blipFill>
          <p:spPr>
            <a:xfrm>
              <a:off x="0" y="5525"/>
              <a:ext cx="3700474" cy="236421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D4B407-EB5F-A59A-06B2-ECF270304E80}"/>
                </a:ext>
              </a:extLst>
            </p:cNvPr>
            <p:cNvSpPr txBox="1"/>
            <p:nvPr/>
          </p:nvSpPr>
          <p:spPr>
            <a:xfrm>
              <a:off x="13531" y="121002"/>
              <a:ext cx="532100" cy="728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75390" rtl="0"/>
              <a:r>
                <a:rPr lang="en-US" sz="3413" b="1" kern="1200">
                  <a:solidFill>
                    <a:prstClr val="black"/>
                  </a:solidFill>
                  <a:latin typeface="Aptos" panose="02110004020202020204"/>
                </a:rPr>
                <a:t>A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5F7DCAF-3847-398E-BB1E-7342A0A63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103" y="2562689"/>
              <a:ext cx="2828288" cy="235914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FA547F9-B4D9-B49F-3B63-ADD66CAC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386"/>
            <a:stretch>
              <a:fillRect/>
            </a:stretch>
          </p:blipFill>
          <p:spPr>
            <a:xfrm>
              <a:off x="8384582" y="2679336"/>
              <a:ext cx="2502197" cy="249097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C80152E-6A52-A873-493B-09BFF06BD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7025"/>
            <a:stretch>
              <a:fillRect/>
            </a:stretch>
          </p:blipFill>
          <p:spPr>
            <a:xfrm>
              <a:off x="8589115" y="71717"/>
              <a:ext cx="2383685" cy="249097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EF5097-11F5-DB1F-A22C-F8892C627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68836" y="0"/>
              <a:ext cx="5015746" cy="508492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194648-144B-5DC3-4B91-136991FD3878}"/>
                </a:ext>
              </a:extLst>
            </p:cNvPr>
            <p:cNvSpPr txBox="1"/>
            <p:nvPr/>
          </p:nvSpPr>
          <p:spPr>
            <a:xfrm>
              <a:off x="3003619" y="121002"/>
              <a:ext cx="532100" cy="728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75390" rtl="0"/>
              <a:r>
                <a:rPr lang="en-US" sz="3413" b="1" kern="1200">
                  <a:solidFill>
                    <a:prstClr val="black"/>
                  </a:solidFill>
                  <a:latin typeface="Aptos" panose="02110004020202020204"/>
                </a:rPr>
                <a:t>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BC80D6-1822-257D-CE92-EDC66F15D1F7}"/>
                </a:ext>
              </a:extLst>
            </p:cNvPr>
            <p:cNvSpPr txBox="1"/>
            <p:nvPr/>
          </p:nvSpPr>
          <p:spPr>
            <a:xfrm>
              <a:off x="8047305" y="121002"/>
              <a:ext cx="439544" cy="728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975390" rtl="0"/>
              <a:r>
                <a:rPr lang="en-US" sz="3413" b="1" kern="1200">
                  <a:solidFill>
                    <a:prstClr val="black"/>
                  </a:solidFill>
                  <a:latin typeface="Aptos" panose="02110004020202020204"/>
                </a:rPr>
                <a:t>C</a:t>
              </a:r>
            </a:p>
          </p:txBody>
        </p:sp>
      </p:grp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EB5A8595-C7CA-E310-4AD3-D8B5A8F573DE}"/>
              </a:ext>
            </a:extLst>
          </p:cNvPr>
          <p:cNvSpPr txBox="1">
            <a:spLocks/>
          </p:cNvSpPr>
          <p:nvPr/>
        </p:nvSpPr>
        <p:spPr bwMode="auto">
          <a:xfrm>
            <a:off x="151420" y="761999"/>
            <a:ext cx="2834622" cy="5462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7536" tIns="48768" rIns="97536" bIns="4876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32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32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87695" indent="-487695" defTabSz="975390">
              <a:buFont typeface="+mj-lt"/>
              <a:buAutoNum type="alphaUcPeriod"/>
            </a:pPr>
            <a:r>
              <a:rPr lang="en-US" sz="1800">
                <a:solidFill>
                  <a:srgbClr val="222222"/>
                </a:solidFill>
                <a:latin typeface="Calibri Light" panose="020F0502020204030204" pitchFamily="34" charset="0"/>
                <a:cs typeface="Calibri Light" panose="020F0502020204030204" pitchFamily="34" charset="0"/>
              </a:rPr>
              <a:t>Input geometry from the report</a:t>
            </a:r>
          </a:p>
          <a:p>
            <a:pPr marL="487695" indent="-487695" defTabSz="975390">
              <a:buFont typeface="+mj-lt"/>
              <a:buAutoNum type="alphaUcPeriod"/>
            </a:pPr>
            <a:r>
              <a:rPr lang="en-US" sz="1800">
                <a:solidFill>
                  <a:srgbClr val="222222"/>
                </a:solidFill>
                <a:latin typeface="Calibri Light" panose="020F0502020204030204" pitchFamily="34" charset="0"/>
                <a:cs typeface="Calibri Light" panose="020F0502020204030204" pitchFamily="34" charset="0"/>
              </a:rPr>
              <a:t>Use fingerprints, and merged prior (action space) to identify the closest problem in the corpus and select optimal simulator, mesh, and problem setup</a:t>
            </a:r>
          </a:p>
          <a:p>
            <a:pPr marL="487695" indent="-487695" defTabSz="975390">
              <a:buFont typeface="+mj-lt"/>
              <a:buAutoNum type="alphaUcPeriod"/>
            </a:pPr>
            <a:r>
              <a:rPr lang="en-US" sz="1800">
                <a:solidFill>
                  <a:srgbClr val="222222"/>
                </a:solidFill>
                <a:latin typeface="Calibri Light" panose="020F0502020204030204" pitchFamily="34" charset="0"/>
                <a:cs typeface="Calibri Light" panose="020F0502020204030204" pitchFamily="34" charset="0"/>
              </a:rPr>
              <a:t>Generated mesh and self-audit quality target.</a:t>
            </a:r>
          </a:p>
          <a:p>
            <a:pPr marL="487695" indent="-487695" defTabSz="975390">
              <a:buFont typeface="+mj-lt"/>
              <a:buAutoNum type="alphaUcPeriod"/>
            </a:pPr>
            <a:endParaRPr lang="en-US" sz="1800">
              <a:solidFill>
                <a:prstClr val="black"/>
              </a:solidFill>
              <a:latin typeface="Calibri Light" panose="020F0502020204030204" pitchFamily="34" charset="0"/>
              <a:cs typeface="Calibri Light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E5480A-1A27-BA0F-5BF4-7ADD79E95A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4653"/>
          <a:stretch>
            <a:fillRect/>
          </a:stretch>
        </p:blipFill>
        <p:spPr>
          <a:xfrm>
            <a:off x="1608356" y="4541872"/>
            <a:ext cx="10420501" cy="1939698"/>
          </a:xfrm>
          <a:prstGeom prst="rect">
            <a:avLst/>
          </a:prstGeom>
        </p:spPr>
      </p:pic>
      <p:pic>
        <p:nvPicPr>
          <p:cNvPr id="7" name="Picture 6" descr="Brown University logo transparent PNG - StickPNG">
            <a:extLst>
              <a:ext uri="{FF2B5EF4-FFF2-40B4-BE49-F238E27FC236}">
                <a16:creationId xmlns:a16="http://schemas.microsoft.com/office/drawing/2014/main" id="{2AFD1D8F-35B6-C7E8-C849-00E72C541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2825" y="114385"/>
            <a:ext cx="991675" cy="9916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EBF564A-E2E6-DF1B-BB0E-E854B72A9AC2}"/>
              </a:ext>
            </a:extLst>
          </p:cNvPr>
          <p:cNvSpPr txBox="1"/>
          <p:nvPr/>
        </p:nvSpPr>
        <p:spPr>
          <a:xfrm>
            <a:off x="-79751" y="6479228"/>
            <a:ext cx="3709642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"ATHENA: Agentic Team for Hierarchical Evolutionary Numerical Algorithms." </a:t>
            </a:r>
            <a:r>
              <a:rPr lang="en-US" sz="975" b="0" i="1" err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975" b="0" i="1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preprint arXiv:2512.03476</a:t>
            </a:r>
            <a:r>
              <a:rPr lang="en-US" sz="975" b="0" i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(2025).</a:t>
            </a:r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87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49C3D-6E30-4108-314F-4850D863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88BE0F-99BD-9BFD-740B-BF5CF0B36ADB}"/>
              </a:ext>
            </a:extLst>
          </p:cNvPr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BB62-3F74-0099-33D6-BD874F57F3AF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44751-51AD-FAA1-5386-35D0A623810D}"/>
              </a:ext>
            </a:extLst>
          </p:cNvPr>
          <p:cNvSpPr txBox="1"/>
          <p:nvPr/>
        </p:nvSpPr>
        <p:spPr>
          <a:xfrm>
            <a:off x="566928" y="1078992"/>
            <a:ext cx="11057839" cy="15696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1.  </a:t>
            </a:r>
            <a:r>
              <a:rPr sz="1700" b="1">
                <a:solidFill>
                  <a:srgbClr val="1A1A1A"/>
                </a:solidFill>
                <a:latin typeface="Calibri"/>
              </a:rPr>
              <a:t>Foundations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 (Trask)</a:t>
            </a:r>
            <a:r>
              <a:rPr sz="1700" b="1">
                <a:solidFill>
                  <a:srgbClr val="1A1A1A"/>
                </a:solidFill>
                <a:latin typeface="Calibri"/>
              </a:rPr>
              <a:t>.</a:t>
            </a:r>
            <a:r>
              <a:rPr sz="1700" b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Setting up an API, Agentic frameworks, steering some simple scientific computing workflows</a:t>
            </a:r>
            <a:endParaRPr sz="1700" b="0">
              <a:solidFill>
                <a:srgbClr val="1A1A1A"/>
              </a:solidFill>
              <a:latin typeface="Calibri"/>
            </a:endParaRPr>
          </a:p>
          <a:p>
            <a:r>
              <a:rPr sz="800"/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2. 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Advanced topics (Koester)</a:t>
            </a:r>
            <a:r>
              <a:rPr sz="1700" b="1">
                <a:solidFill>
                  <a:srgbClr val="1A1A1A"/>
                </a:solidFill>
                <a:latin typeface="Calibri"/>
              </a:rPr>
              <a:t>.</a:t>
            </a:r>
            <a:r>
              <a:rPr sz="1700" b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Constructing a production agentic framework </a:t>
            </a:r>
            <a:endParaRPr sz="1700" b="0" i="1">
              <a:solidFill>
                <a:srgbClr val="1A1A1A"/>
              </a:solidFill>
              <a:latin typeface="Calibri"/>
            </a:endParaRPr>
          </a:p>
          <a:p>
            <a:r>
              <a:rPr sz="800"/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3. 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Agentic geometry (Owen)</a:t>
            </a:r>
            <a:r>
              <a:rPr sz="1700" b="1">
                <a:solidFill>
                  <a:srgbClr val="1A1A1A"/>
                </a:solidFill>
                <a:latin typeface="Calibri"/>
              </a:rPr>
              <a:t>.</a:t>
            </a:r>
            <a:r>
              <a:rPr sz="1700" b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Incorporating agents into CAD/meshing</a:t>
            </a:r>
            <a:endParaRPr sz="1700" b="0">
              <a:solidFill>
                <a:srgbClr val="1A1A1A"/>
              </a:solidFill>
              <a:latin typeface="Calibri"/>
            </a:endParaRPr>
          </a:p>
          <a:p>
            <a:r>
              <a:rPr sz="800"/>
              <a:t> 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4. 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Structures + materials (Bessa)</a:t>
            </a:r>
            <a:r>
              <a:rPr sz="1700" b="1">
                <a:solidFill>
                  <a:srgbClr val="1A1A1A"/>
                </a:solidFill>
                <a:latin typeface="Calibri"/>
              </a:rPr>
              <a:t>.</a:t>
            </a:r>
            <a:r>
              <a:rPr sz="1700" b="0">
                <a:solidFill>
                  <a:srgbClr val="1A1A1A"/>
                </a:solidFill>
                <a:latin typeface="Calibri"/>
              </a:rPr>
              <a:t>  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Using </a:t>
            </a:r>
            <a:r>
              <a:rPr lang="en-US" sz="1700" b="0" i="1">
                <a:solidFill>
                  <a:srgbClr val="1A1A1A"/>
                </a:solidFill>
                <a:latin typeface="Calibri"/>
              </a:rPr>
              <a:t>f3dasm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for data-driven design and analysis of structures and materials</a:t>
            </a:r>
            <a:endParaRPr sz="1700" b="0">
              <a:solidFill>
                <a:srgbClr val="1A1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700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74B3-007D-6651-EA57-0362A9DF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B63AA2-FE8F-D076-E076-CAE54518B074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Background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C0A4B-02F3-7922-9788-2F3B79D4C50A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06B62F-9829-0D20-B2AC-D72F1D73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6" y="786285"/>
            <a:ext cx="3802107" cy="15188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6C62C5-DF80-C649-5601-F74AAF0D8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6" y="2266849"/>
            <a:ext cx="3670065" cy="1518819"/>
          </a:xfrm>
          <a:prstGeom prst="rect">
            <a:avLst/>
          </a:prstGeom>
        </p:spPr>
      </p:pic>
      <p:pic>
        <p:nvPicPr>
          <p:cNvPr id="9" name="Picture 8" descr="Forms response chart. Question title: How familiar are you with machine learning (PyTorch, Jax, Tensorflow, etc). Number of responses: 8 responses.">
            <a:extLst>
              <a:ext uri="{FF2B5EF4-FFF2-40B4-BE49-F238E27FC236}">
                <a16:creationId xmlns:a16="http://schemas.microsoft.com/office/drawing/2014/main" id="{066D57BA-3046-04F9-14FF-1D9342426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73" y="3851339"/>
            <a:ext cx="3615490" cy="1521272"/>
          </a:xfrm>
          <a:prstGeom prst="rect">
            <a:avLst/>
          </a:prstGeom>
        </p:spPr>
      </p:pic>
      <p:pic>
        <p:nvPicPr>
          <p:cNvPr id="10" name="Picture 9" descr="Forms response chart. Question title: What is your background/goals for agentic AI. Number of responses: 8 responses.">
            <a:extLst>
              <a:ext uri="{FF2B5EF4-FFF2-40B4-BE49-F238E27FC236}">
                <a16:creationId xmlns:a16="http://schemas.microsoft.com/office/drawing/2014/main" id="{D7E89231-F49C-403B-4FFE-CDF4184C1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626" y="5266232"/>
            <a:ext cx="3615490" cy="15212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FBBFC7-2582-3F08-7A48-6142DF67BA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7322" y="1706731"/>
            <a:ext cx="5692633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62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1B51-9A65-CA97-0546-B2AD3620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056340-395C-1D12-4256-BDB7BE699D14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LLMs: chatbots vs API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F09BE-69CF-3DA7-170B-A8868D679A41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CE427-DC12-1005-64F8-6EFF6A46F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955"/>
            <a:ext cx="5861785" cy="5174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21ACE7-C002-DEB2-3E18-2B2303A4B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923" y="3350885"/>
            <a:ext cx="5737051" cy="26651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8A339D-F4FC-3EB6-1E81-7C22EBB1C346}"/>
              </a:ext>
            </a:extLst>
          </p:cNvPr>
          <p:cNvSpPr txBox="1"/>
          <p:nvPr/>
        </p:nvSpPr>
        <p:spPr>
          <a:xfrm>
            <a:off x="6366037" y="795743"/>
            <a:ext cx="3372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We will be discussing how to incorporate </a:t>
            </a:r>
            <a:r>
              <a:rPr lang="en-US" b="1">
                <a:solidFill>
                  <a:srgbClr val="C00000"/>
                </a:solidFill>
              </a:rPr>
              <a:t>agentic design patterns </a:t>
            </a:r>
            <a:r>
              <a:rPr lang="en-US">
                <a:solidFill>
                  <a:srgbClr val="C00000"/>
                </a:solidFill>
              </a:rPr>
              <a:t>into your code. This is distinct from using </a:t>
            </a:r>
            <a:r>
              <a:rPr lang="en-US" err="1">
                <a:solidFill>
                  <a:srgbClr val="C00000"/>
                </a:solidFill>
              </a:rPr>
              <a:t>cowork</a:t>
            </a:r>
            <a:r>
              <a:rPr lang="en-US">
                <a:solidFill>
                  <a:srgbClr val="C00000"/>
                </a:solidFill>
              </a:rPr>
              <a:t> or other chat-based GUIs to automate tasks like writing code or generating reports</a:t>
            </a:r>
            <a:endParaRPr lang="en-US" b="1">
              <a:solidFill>
                <a:srgbClr val="C00000"/>
              </a:solidFill>
            </a:endParaRPr>
          </a:p>
        </p:txBody>
      </p:sp>
      <p:pic>
        <p:nvPicPr>
          <p:cNvPr id="14" name="Picture 13" descr="Design Patterns: Elements of Reusable Object-Oriented Software: Erich Gamma, Richard Helm, Ralph Johnson, John Vlissides, Grady Booch: 9780201633610: Amazon.com: Books">
            <a:extLst>
              <a:ext uri="{FF2B5EF4-FFF2-40B4-BE49-F238E27FC236}">
                <a16:creationId xmlns:a16="http://schemas.microsoft.com/office/drawing/2014/main" id="{09F14A01-B6D4-6AB9-1230-AFA3B74CE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6116" y="387876"/>
            <a:ext cx="2091858" cy="280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7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40A4-0EF0-267C-89EA-37D5462F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B1051-06DB-557F-B5A5-C94ABF561A7E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What agents look like at the commercial level now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5A001-B927-0BD4-E18E-2B4C63865743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10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76192-F090-BED6-862D-68D9CAA2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04" y="768213"/>
            <a:ext cx="11506791" cy="5321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DAF4CC-3239-209E-5064-253C29D7BFDD}"/>
              </a:ext>
            </a:extLst>
          </p:cNvPr>
          <p:cNvSpPr txBox="1"/>
          <p:nvPr/>
        </p:nvSpPr>
        <p:spPr>
          <a:xfrm>
            <a:off x="800100" y="6399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https://natrask.github.io/DOE_PI_2026/</a:t>
            </a:r>
          </a:p>
        </p:txBody>
      </p:sp>
    </p:spTree>
    <p:extLst>
      <p:ext uri="{BB962C8B-B14F-4D97-AF65-F5344CB8AC3E}">
        <p14:creationId xmlns:p14="http://schemas.microsoft.com/office/powerpoint/2010/main" val="2353171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6876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1.  </a:t>
            </a:r>
            <a:r>
              <a:rPr sz="1700" b="1">
                <a:solidFill>
                  <a:srgbClr val="1A1A1A"/>
                </a:solidFill>
                <a:latin typeface="Calibri"/>
              </a:rPr>
              <a:t>Foundations.</a:t>
            </a:r>
            <a:r>
              <a:rPr sz="1700" b="0">
                <a:solidFill>
                  <a:srgbClr val="1A1A1A"/>
                </a:solidFill>
                <a:latin typeface="Calibri"/>
              </a:rPr>
              <a:t>  What an agent is. Tools, schemas, the loop. </a:t>
            </a:r>
            <a:endParaRPr lang="en-US" sz="1700" b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700">
                <a:solidFill>
                  <a:srgbClr val="1A1A1A"/>
                </a:solidFill>
                <a:latin typeface="Calibri"/>
              </a:rPr>
              <a:t>2. 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Logging into an API. </a:t>
            </a:r>
            <a:r>
              <a:rPr lang="en-US" sz="1700">
                <a:solidFill>
                  <a:srgbClr val="1A1A1A"/>
                </a:solidFill>
                <a:latin typeface="Calibri"/>
              </a:rPr>
              <a:t>Free Gemini key and accessing other APIs</a:t>
            </a:r>
            <a:endParaRPr sz="800"/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700">
                <a:solidFill>
                  <a:srgbClr val="1A1A1A"/>
                </a:solidFill>
                <a:latin typeface="Calibri"/>
              </a:rPr>
              <a:t>3</a:t>
            </a:r>
            <a:r>
              <a:rPr sz="1700" b="0">
                <a:solidFill>
                  <a:srgbClr val="1A1A1A"/>
                </a:solidFill>
                <a:latin typeface="Calibri"/>
              </a:rPr>
              <a:t>. 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The </a:t>
            </a:r>
            <a:r>
              <a:rPr sz="1700" b="1">
                <a:solidFill>
                  <a:srgbClr val="1A1A1A"/>
                </a:solidFill>
                <a:latin typeface="Calibri"/>
              </a:rPr>
              <a:t>framework zoo.</a:t>
            </a:r>
            <a:r>
              <a:rPr sz="1700" b="0">
                <a:solidFill>
                  <a:srgbClr val="1A1A1A"/>
                </a:solidFill>
                <a:latin typeface="Calibri"/>
              </a:rPr>
              <a:t>  </a:t>
            </a:r>
            <a:r>
              <a:rPr sz="1700" b="0" err="1">
                <a:solidFill>
                  <a:srgbClr val="1A1A1A"/>
                </a:solidFill>
                <a:latin typeface="Calibri"/>
              </a:rPr>
              <a:t>ReAct</a:t>
            </a:r>
            <a:r>
              <a:rPr sz="1700" b="0">
                <a:solidFill>
                  <a:srgbClr val="1A1A1A"/>
                </a:solidFill>
                <a:latin typeface="Calibri"/>
              </a:rPr>
              <a:t>, graphs (</a:t>
            </a:r>
            <a:r>
              <a:rPr sz="1700" b="0" err="1">
                <a:solidFill>
                  <a:srgbClr val="1A1A1A"/>
                </a:solidFill>
                <a:latin typeface="Calibri"/>
              </a:rPr>
              <a:t>LangGraph</a:t>
            </a:r>
            <a:r>
              <a:rPr sz="1700" b="0">
                <a:solidFill>
                  <a:srgbClr val="1A1A1A"/>
                </a:solidFill>
                <a:latin typeface="Calibri"/>
              </a:rPr>
              <a:t>), conversational multi-agent (</a:t>
            </a:r>
            <a:r>
              <a:rPr sz="1700" b="0" err="1">
                <a:solidFill>
                  <a:srgbClr val="1A1A1A"/>
                </a:solidFill>
                <a:latin typeface="Calibri"/>
              </a:rPr>
              <a:t>AutoGen</a:t>
            </a:r>
            <a:r>
              <a:rPr sz="1700" b="0">
                <a:solidFill>
                  <a:srgbClr val="1A1A1A"/>
                </a:solidFill>
                <a:latin typeface="Calibri"/>
              </a:rPr>
              <a:t>), MPC-style planning</a:t>
            </a:r>
            <a:r>
              <a:rPr lang="en-US" sz="1700">
                <a:solidFill>
                  <a:srgbClr val="1A1A1A"/>
                </a:solidFill>
                <a:latin typeface="Calibri"/>
              </a:rPr>
              <a:t> (</a:t>
            </a:r>
            <a:r>
              <a:rPr sz="1700" b="0">
                <a:solidFill>
                  <a:srgbClr val="1A1A1A"/>
                </a:solidFill>
                <a:latin typeface="Calibri"/>
              </a:rPr>
              <a:t>and MCP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)</a:t>
            </a:r>
            <a:r>
              <a:rPr sz="1700" b="0">
                <a:solidFill>
                  <a:srgbClr val="1A1A1A"/>
                </a:solidFill>
                <a:latin typeface="Calibri"/>
              </a:rPr>
              <a:t>. </a:t>
            </a:r>
            <a:endParaRPr sz="800"/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1700">
                <a:solidFill>
                  <a:srgbClr val="1A1A1A"/>
                </a:solidFill>
                <a:latin typeface="Calibri"/>
              </a:rPr>
              <a:t>4</a:t>
            </a:r>
            <a:r>
              <a:rPr sz="1700" b="0">
                <a:solidFill>
                  <a:srgbClr val="1A1A1A"/>
                </a:solidFill>
                <a:latin typeface="Calibri"/>
              </a:rPr>
              <a:t>.  </a:t>
            </a:r>
            <a:r>
              <a:rPr sz="1700" b="1">
                <a:solidFill>
                  <a:srgbClr val="1A1A1A"/>
                </a:solidFill>
                <a:latin typeface="Calibri"/>
              </a:rPr>
              <a:t>Scientific computing as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an exemplar</a:t>
            </a:r>
            <a:r>
              <a:rPr sz="1700" b="1">
                <a:solidFill>
                  <a:srgbClr val="1A1A1A"/>
                </a:solidFill>
                <a:latin typeface="Calibri"/>
              </a:rPr>
              <a:t>.</a:t>
            </a:r>
            <a:r>
              <a:rPr sz="1700" b="0">
                <a:solidFill>
                  <a:srgbClr val="1A1A1A"/>
                </a:solidFill>
                <a:latin typeface="Calibri"/>
              </a:rPr>
              <a:t>  </a:t>
            </a:r>
            <a:endParaRPr lang="en-US" sz="1700" b="0">
              <a:solidFill>
                <a:srgbClr val="1A1A1A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700">
                <a:solidFill>
                  <a:srgbClr val="1A1A1A"/>
                </a:solidFill>
                <a:latin typeface="Calibri"/>
              </a:rPr>
              <a:t>	</a:t>
            </a:r>
            <a:r>
              <a:rPr sz="1700" b="0">
                <a:solidFill>
                  <a:srgbClr val="1A1A1A"/>
                </a:solidFill>
                <a:latin typeface="Calibri"/>
              </a:rPr>
              <a:t>CAD → mesh → solve → </a:t>
            </a:r>
            <a:r>
              <a:rPr lang="en-US" sz="1700">
                <a:solidFill>
                  <a:srgbClr val="1A1A1A"/>
                </a:solidFill>
              </a:rPr>
              <a:t>postprocess → </a:t>
            </a:r>
            <a:r>
              <a:rPr lang="en-US" sz="1700" err="1">
                <a:solidFill>
                  <a:srgbClr val="1A1A1A"/>
                </a:solidFill>
              </a:rPr>
              <a:t>remesh</a:t>
            </a:r>
            <a:r>
              <a:rPr lang="en-US" sz="1700">
                <a:solidFill>
                  <a:srgbClr val="1A1A1A"/>
                </a:solidFill>
              </a:rPr>
              <a:t> driven purely by agents</a:t>
            </a:r>
          </a:p>
          <a:p>
            <a:r>
              <a:rPr sz="800"/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5632704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lang="en-US" sz="1500" b="1">
                <a:solidFill>
                  <a:srgbClr val="1A1A1A"/>
                </a:solidFill>
                <a:latin typeface="Calibri"/>
              </a:rPr>
              <a:t>Primary takeaway</a:t>
            </a:r>
            <a:r>
              <a:rPr sz="1500" b="1">
                <a:solidFill>
                  <a:srgbClr val="1A1A1A"/>
                </a:solidFill>
                <a:latin typeface="Calibri"/>
              </a:rPr>
              <a:t>:</a:t>
            </a:r>
            <a:r>
              <a:rPr sz="1500" b="0">
                <a:solidFill>
                  <a:srgbClr val="1A1A1A"/>
                </a:solidFill>
                <a:latin typeface="Calibri"/>
              </a:rPr>
              <a:t>  for any given problem, </a:t>
            </a:r>
            <a:r>
              <a:rPr sz="1500" b="1">
                <a:solidFill>
                  <a:srgbClr val="AA1E1E"/>
                </a:solidFill>
                <a:latin typeface="Calibri"/>
              </a:rPr>
              <a:t>which agentic pattern should you reach for, and why?</a:t>
            </a:r>
            <a:r>
              <a:rPr sz="1500" b="0">
                <a:solidFill>
                  <a:srgbClr val="1A1A1A"/>
                </a:solidFill>
                <a:latin typeface="Calibri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621B15-815A-C0A0-B93C-93F594F84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72"/>
          <a:stretch>
            <a:fillRect/>
          </a:stretch>
        </p:blipFill>
        <p:spPr>
          <a:xfrm>
            <a:off x="1517905" y="3050489"/>
            <a:ext cx="9483798" cy="24130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5D5B8-ED43-AAD6-AF99-1B9F0224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3A672-05DC-AF9D-1BE2-9B77B38DD031}"/>
              </a:ext>
            </a:extLst>
          </p:cNvPr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426B1-9C23-CE4E-BB0A-2F230047B1B0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B9510C-9E33-9904-D572-7844489E7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445" y="594360"/>
            <a:ext cx="6293173" cy="5378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7EDE5C-F35B-AC7E-8881-8D70546BF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87" y="1140598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78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What is an LLM agent?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13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  <a:latin typeface="Calibri"/>
              </a:rPr>
              <a:t>Agent  =  LLM  +  tools  +  a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7839" cy="20544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>
                <a:solidFill>
                  <a:srgbClr val="1A1A1A"/>
                </a:solidFill>
                <a:latin typeface="Calibri"/>
              </a:rPr>
              <a:t>A </a:t>
            </a:r>
            <a:r>
              <a:rPr lang="en-US" sz="1650" b="0">
                <a:solidFill>
                  <a:srgbClr val="1A1A1A"/>
                </a:solidFill>
                <a:latin typeface="Calibri"/>
              </a:rPr>
              <a:t>traditional</a:t>
            </a:r>
            <a:r>
              <a:rPr sz="1650" b="0">
                <a:solidFill>
                  <a:srgbClr val="1A1A1A"/>
                </a:solidFill>
                <a:latin typeface="Calibri"/>
              </a:rPr>
              <a:t> LLM takes text in, emits text out. </a:t>
            </a:r>
            <a:endParaRPr lang="en-US" sz="1650" b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>
                <a:solidFill>
                  <a:srgbClr val="1A1A1A"/>
                </a:solidFill>
                <a:latin typeface="Calibri"/>
              </a:rPr>
              <a:t>An </a:t>
            </a:r>
            <a:r>
              <a:rPr sz="1650" b="1">
                <a:solidFill>
                  <a:srgbClr val="AA1E1E"/>
                </a:solidFill>
                <a:latin typeface="Calibri"/>
              </a:rPr>
              <a:t>agent</a:t>
            </a:r>
            <a:r>
              <a:rPr sz="1650" b="0">
                <a:solidFill>
                  <a:srgbClr val="1A1A1A"/>
                </a:solidFill>
                <a:latin typeface="Calibri"/>
              </a:rPr>
              <a:t> is an LLM running in a loop with access to </a:t>
            </a:r>
            <a:r>
              <a:rPr sz="1650" b="1">
                <a:solidFill>
                  <a:srgbClr val="AA1E1E"/>
                </a:solidFill>
                <a:latin typeface="Calibri"/>
              </a:rPr>
              <a:t>tools</a:t>
            </a:r>
            <a:r>
              <a:rPr sz="1650" b="0">
                <a:solidFill>
                  <a:srgbClr val="1A1A1A"/>
                </a:solidFill>
                <a:latin typeface="Calibri"/>
              </a:rPr>
              <a:t>: ordinary Python functions it can ask us to run on its behalf.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>
                <a:solidFill>
                  <a:srgbClr val="1A1A1A"/>
                </a:solidFill>
                <a:latin typeface="Calibri"/>
              </a:rPr>
              <a:t>Each turn, the model reads the running conversation and decides to either</a:t>
            </a:r>
          </a:p>
          <a:p>
            <a:pPr marL="603504" indent="-219456">
              <a:lnSpc>
                <a:spcPct val="100000"/>
              </a:lnSpc>
              <a:spcAft>
                <a:spcPts val="900"/>
              </a:spcAft>
              <a:buClr>
                <a:srgbClr val="6E6E6E"/>
              </a:buClr>
              <a:buFont typeface="Arial"/>
              <a:buChar char="–"/>
            </a:pPr>
            <a:r>
              <a:rPr sz="1500" b="0">
                <a:solidFill>
                  <a:srgbClr val="1A1A1A"/>
                </a:solidFill>
                <a:latin typeface="Calibri"/>
              </a:rPr>
              <a:t>emit a final text answer, or</a:t>
            </a:r>
          </a:p>
          <a:p>
            <a:pPr marL="603504" indent="-219456">
              <a:lnSpc>
                <a:spcPct val="100000"/>
              </a:lnSpc>
              <a:spcAft>
                <a:spcPts val="900"/>
              </a:spcAft>
              <a:buClr>
                <a:srgbClr val="6E6E6E"/>
              </a:buClr>
              <a:buFont typeface="Arial"/>
              <a:buChar char="–"/>
            </a:pPr>
            <a:r>
              <a:rPr sz="1500" b="0">
                <a:solidFill>
                  <a:srgbClr val="1A1A1A"/>
                </a:solidFill>
                <a:latin typeface="Calibri"/>
              </a:rPr>
              <a:t>call a tool with structured arguments.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650" b="0">
                <a:solidFill>
                  <a:srgbClr val="1A1A1A"/>
                </a:solidFill>
                <a:latin typeface="Calibri"/>
              </a:rPr>
              <a:t>When it calls a tool, </a:t>
            </a:r>
            <a:r>
              <a:rPr sz="1650" b="0" i="1">
                <a:solidFill>
                  <a:srgbClr val="1A1A1A"/>
                </a:solidFill>
                <a:latin typeface="Calibri"/>
              </a:rPr>
              <a:t>we</a:t>
            </a:r>
            <a:r>
              <a:rPr sz="1650" b="0">
                <a:solidFill>
                  <a:srgbClr val="1A1A1A"/>
                </a:solidFill>
                <a:latin typeface="Calibri"/>
              </a:rPr>
              <a:t> run the function and feed the result back as the next turn.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05D9-56D0-5604-B236-C857E3FA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69EBD-76D9-321B-EA27-B3FCDC9A312F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pic>
        <p:nvPicPr>
          <p:cNvPr id="12" name="Picture 11" descr="How many R's are in the word strawberry?">
            <a:extLst>
              <a:ext uri="{FF2B5EF4-FFF2-40B4-BE49-F238E27FC236}">
                <a16:creationId xmlns:a16="http://schemas.microsoft.com/office/drawing/2014/main" id="{4C0C14CF-CBE2-5113-748A-06238E55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" y="747522"/>
            <a:ext cx="3524250" cy="5143500"/>
          </a:xfrm>
          <a:prstGeom prst="rect">
            <a:avLst/>
          </a:prstGeom>
        </p:spPr>
      </p:pic>
      <p:pic>
        <p:nvPicPr>
          <p:cNvPr id="13" name="Picture 12" descr="Incorrect count of 'r' characters in the word &quot;strawberry“ - Use cases and examples - OpenAI Developer Community">
            <a:extLst>
              <a:ext uri="{FF2B5EF4-FFF2-40B4-BE49-F238E27FC236}">
                <a16:creationId xmlns:a16="http://schemas.microsoft.com/office/drawing/2014/main" id="{9C203986-0261-605B-F4F0-403867AE2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945" y="466680"/>
            <a:ext cx="2162175" cy="2114550"/>
          </a:xfrm>
          <a:prstGeom prst="rect">
            <a:avLst/>
          </a:prstGeom>
        </p:spPr>
      </p:pic>
      <p:pic>
        <p:nvPicPr>
          <p:cNvPr id="14" name="Picture 13" descr="How many R's are in strawberry?">
            <a:extLst>
              <a:ext uri="{FF2B5EF4-FFF2-40B4-BE49-F238E27FC236}">
                <a16:creationId xmlns:a16="http://schemas.microsoft.com/office/drawing/2014/main" id="{E57136D9-0937-051E-0FDD-498C84763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945" y="3036109"/>
            <a:ext cx="1888899" cy="3777798"/>
          </a:xfrm>
          <a:prstGeom prst="rect">
            <a:avLst/>
          </a:prstGeom>
        </p:spPr>
      </p:pic>
      <p:pic>
        <p:nvPicPr>
          <p:cNvPr id="15" name="Picture 14" descr="AI vs. 'Strawberry': Which AI Platforms Can't Count the 'R's Correctly?">
            <a:extLst>
              <a:ext uri="{FF2B5EF4-FFF2-40B4-BE49-F238E27FC236}">
                <a16:creationId xmlns:a16="http://schemas.microsoft.com/office/drawing/2014/main" id="{0CF650C1-95C6-70F2-8B32-016DCC2BA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04399"/>
            <a:ext cx="5686425" cy="3190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58D272-73DD-2A82-2D03-BE0F0FBD2415}"/>
              </a:ext>
            </a:extLst>
          </p:cNvPr>
          <p:cNvSpPr txBox="1"/>
          <p:nvPr/>
        </p:nvSpPr>
        <p:spPr>
          <a:xfrm>
            <a:off x="5713048" y="3586180"/>
            <a:ext cx="64789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C00000"/>
                </a:solidFill>
              </a:rPr>
              <a:t>Tools allow us to switch an LLM from statistical inference on its training set to evaluating conventional code.</a:t>
            </a:r>
          </a:p>
          <a:p>
            <a:endParaRPr lang="en-US" sz="2400">
              <a:solidFill>
                <a:srgbClr val="C00000"/>
              </a:solidFill>
            </a:endParaRPr>
          </a:p>
          <a:p>
            <a:r>
              <a:rPr lang="en-US" sz="2400">
                <a:solidFill>
                  <a:srgbClr val="C00000"/>
                </a:solidFill>
              </a:rPr>
              <a:t>Math can be done on a calculator, text can be </a:t>
            </a:r>
            <a:r>
              <a:rPr lang="en-US" sz="2400" err="1">
                <a:solidFill>
                  <a:srgbClr val="C00000"/>
                </a:solidFill>
              </a:rPr>
              <a:t>regexed</a:t>
            </a:r>
            <a:r>
              <a:rPr lang="en-US" sz="2400">
                <a:solidFill>
                  <a:srgbClr val="C00000"/>
                </a:solidFill>
              </a:rPr>
              <a:t>, and high consequence engineering tasks can be launched through conventional HPC.</a:t>
            </a:r>
          </a:p>
        </p:txBody>
      </p:sp>
    </p:spTree>
    <p:extLst>
      <p:ext uri="{BB962C8B-B14F-4D97-AF65-F5344CB8AC3E}">
        <p14:creationId xmlns:p14="http://schemas.microsoft.com/office/powerpoint/2010/main" val="551353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 err="1">
                <a:solidFill>
                  <a:srgbClr val="1A1A1A"/>
                </a:solidFill>
                <a:latin typeface="Calibri"/>
              </a:rPr>
              <a:t>ReAct</a:t>
            </a:r>
            <a:r>
              <a:rPr lang="en-US" sz="2500" b="1">
                <a:solidFill>
                  <a:srgbClr val="1A1A1A"/>
                </a:solidFill>
                <a:latin typeface="Calibri"/>
              </a:rPr>
              <a:t> as the simplest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15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57400" y="233172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LLM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reads messages,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emits text </a:t>
            </a:r>
            <a:r>
              <a:rPr sz="1150" b="1">
                <a:solidFill>
                  <a:srgbClr val="6E6E6E"/>
                </a:solidFill>
                <a:latin typeface="Calibri"/>
              </a:rPr>
              <a:t>or</a:t>
            </a:r>
            <a:r>
              <a:rPr sz="1150" b="0">
                <a:solidFill>
                  <a:srgbClr val="6E6E6E"/>
                </a:solidFill>
                <a:latin typeface="Calibri"/>
              </a:rPr>
              <a:t> tool 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600" y="2331720"/>
            <a:ext cx="3017520" cy="12344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Tools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Python functions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we control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74920" y="2606040"/>
            <a:ext cx="201168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074920" y="3291840"/>
            <a:ext cx="201168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92040" y="199339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function_call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(name, args)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4015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result (dict)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appended as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60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>
                <a:solidFill>
                  <a:srgbClr val="6E6E6E"/>
                </a:solidFill>
                <a:latin typeface="Calibri"/>
              </a:rPr>
              <a:t>when the model stops calling tools, it emits a final text answer and the loop exits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This is </a:t>
            </a:r>
            <a:r>
              <a:rPr sz="1600" b="1">
                <a:solidFill>
                  <a:srgbClr val="AA1E1E"/>
                </a:solidFill>
                <a:latin typeface="Calibri"/>
              </a:rPr>
              <a:t>ReAct</a:t>
            </a:r>
            <a:r>
              <a:rPr sz="1600" b="0">
                <a:solidFill>
                  <a:srgbClr val="1A1A1A"/>
                </a:solidFill>
                <a:latin typeface="Calibri"/>
              </a:rPr>
              <a:t> (Reason + Act), Yao et al. 2022 — the simplest agent there 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Tool syntax and specification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16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Two 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pieces</a:t>
            </a:r>
            <a:r>
              <a:rPr sz="1500" b="0">
                <a:solidFill>
                  <a:srgbClr val="1A1A1A"/>
                </a:solidFill>
                <a:latin typeface="Calibri"/>
              </a:rPr>
              <a:t>: a Python function, and a JSON-schema description of its signature that you hand to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5394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Python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5394960" cy="10154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calculator(op, a, b):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ops = {</a:t>
            </a:r>
            <a:r>
              <a:rPr sz="1150" i="0">
                <a:solidFill>
                  <a:srgbClr val="8C3C14"/>
                </a:solidFill>
                <a:latin typeface="Consolas"/>
              </a:rPr>
              <a:t>"add"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+ b, </a:t>
            </a:r>
            <a:r>
              <a:rPr sz="1150" i="0">
                <a:solidFill>
                  <a:srgbClr val="8C3C14"/>
                </a:solidFill>
                <a:latin typeface="Consolas"/>
              </a:rPr>
              <a:t>"sub"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- b,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 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"mul"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* b, </a:t>
            </a:r>
            <a:r>
              <a:rPr sz="1150" i="0">
                <a:solidFill>
                  <a:srgbClr val="8C3C14"/>
                </a:solidFill>
                <a:latin typeface="Consolas"/>
              </a:rPr>
              <a:t>"div"</a:t>
            </a:r>
            <a:r>
              <a:rPr sz="1150" i="0">
                <a:solidFill>
                  <a:srgbClr val="1A1A1A"/>
                </a:solidFill>
                <a:latin typeface="Consolas"/>
              </a:rPr>
              <a:t>: a / b}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{</a:t>
            </a:r>
            <a:r>
              <a:rPr sz="1150" i="0">
                <a:solidFill>
                  <a:srgbClr val="8C3C14"/>
                </a:solidFill>
                <a:latin typeface="Consolas"/>
              </a:rPr>
              <a:t>"result"</a:t>
            </a:r>
            <a:r>
              <a:rPr sz="1150" i="0">
                <a:solidFill>
                  <a:srgbClr val="1A1A1A"/>
                </a:solidFill>
                <a:latin typeface="Consolas"/>
              </a:rPr>
              <a:t>: ops[op]}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536192"/>
            <a:ext cx="53949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JSON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10512"/>
            <a:ext cx="5394960" cy="215468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{</a:t>
            </a:r>
            <a:r>
              <a:rPr sz="1150" i="0">
                <a:solidFill>
                  <a:srgbClr val="8C3C14"/>
                </a:solidFill>
                <a:latin typeface="Consolas"/>
              </a:rPr>
              <a:t>"name"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"calculator"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"description"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"Evaluate a single arithmetic operation"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"parameters"</a:t>
            </a:r>
            <a:r>
              <a:rPr sz="1150" i="0">
                <a:solidFill>
                  <a:srgbClr val="1A1A1A"/>
                </a:solidFill>
                <a:latin typeface="Consolas"/>
              </a:rPr>
              <a:t>: {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"object"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"properties"</a:t>
            </a:r>
            <a:r>
              <a:rPr sz="1150" i="0">
                <a:solidFill>
                  <a:srgbClr val="1A1A1A"/>
                </a:solidFill>
                <a:latin typeface="Consolas"/>
              </a:rPr>
              <a:t>: {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"op"</a:t>
            </a:r>
            <a:r>
              <a:rPr sz="1150" i="0">
                <a:solidFill>
                  <a:srgbClr val="1A1A1A"/>
                </a:solidFill>
                <a:latin typeface="Consolas"/>
              </a:rPr>
              <a:t>: {</a:t>
            </a:r>
            <a:r>
              <a:rPr sz="1150" i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"string"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  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err="1">
                <a:solidFill>
                  <a:srgbClr val="8C3C14"/>
                </a:solidFill>
                <a:latin typeface="Consolas"/>
              </a:rPr>
              <a:t>enum</a:t>
            </a:r>
            <a:r>
              <a:rPr sz="1150" i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>
                <a:solidFill>
                  <a:srgbClr val="1A1A1A"/>
                </a:solidFill>
                <a:latin typeface="Consolas"/>
              </a:rPr>
              <a:t>: [</a:t>
            </a:r>
            <a:r>
              <a:rPr sz="1150" i="0">
                <a:solidFill>
                  <a:srgbClr val="8C3C14"/>
                </a:solidFill>
                <a:latin typeface="Consolas"/>
              </a:rPr>
              <a:t>"add"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  <a:r>
              <a:rPr sz="1150" i="0">
                <a:solidFill>
                  <a:srgbClr val="8C3C14"/>
                </a:solidFill>
                <a:latin typeface="Consolas"/>
              </a:rPr>
              <a:t>"sub"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  <a:r>
              <a:rPr sz="1150" i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err="1">
                <a:solidFill>
                  <a:srgbClr val="8C3C14"/>
                </a:solidFill>
                <a:latin typeface="Consolas"/>
              </a:rPr>
              <a:t>mul</a:t>
            </a:r>
            <a:r>
              <a:rPr sz="1150" i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>
                <a:solidFill>
                  <a:srgbClr val="1A1A1A"/>
                </a:solidFill>
                <a:latin typeface="Consolas"/>
              </a:rPr>
              <a:t>,</a:t>
            </a:r>
            <a:r>
              <a:rPr sz="1150" i="0">
                <a:solidFill>
                  <a:srgbClr val="8C3C14"/>
                </a:solidFill>
                <a:latin typeface="Consolas"/>
              </a:rPr>
              <a:t>"div"</a:t>
            </a:r>
            <a:r>
              <a:rPr sz="1150" i="0">
                <a:solidFill>
                  <a:srgbClr val="1A1A1A"/>
                </a:solidFill>
                <a:latin typeface="Consolas"/>
              </a:rPr>
              <a:t>]},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"a"</a:t>
            </a:r>
            <a:r>
              <a:rPr sz="1150" i="0">
                <a:solidFill>
                  <a:srgbClr val="1A1A1A"/>
                </a:solidFill>
                <a:latin typeface="Consolas"/>
              </a:rPr>
              <a:t>: {</a:t>
            </a:r>
            <a:r>
              <a:rPr sz="1150" i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"number"</a:t>
            </a:r>
            <a:r>
              <a:rPr sz="1150" i="0">
                <a:solidFill>
                  <a:srgbClr val="1A1A1A"/>
                </a:solidFill>
                <a:latin typeface="Consolas"/>
              </a:rPr>
              <a:t>},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"b"</a:t>
            </a:r>
            <a:r>
              <a:rPr sz="1150" i="0">
                <a:solidFill>
                  <a:srgbClr val="1A1A1A"/>
                </a:solidFill>
                <a:latin typeface="Consolas"/>
              </a:rPr>
              <a:t>: {</a:t>
            </a:r>
            <a:r>
              <a:rPr sz="1150" i="0">
                <a:solidFill>
                  <a:srgbClr val="8C3C14"/>
                </a:solidFill>
                <a:latin typeface="Consolas"/>
              </a:rPr>
              <a:t>"type"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"number"</a:t>
            </a:r>
            <a:r>
              <a:rPr sz="1150" i="0">
                <a:solidFill>
                  <a:srgbClr val="1A1A1A"/>
                </a:solidFill>
                <a:latin typeface="Consolas"/>
              </a:rPr>
              <a:t>}},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"required"</a:t>
            </a:r>
            <a:r>
              <a:rPr sz="1150" i="0">
                <a:solidFill>
                  <a:srgbClr val="1A1A1A"/>
                </a:solidFill>
                <a:latin typeface="Consolas"/>
              </a:rPr>
              <a:t>: [</a:t>
            </a:r>
            <a:r>
              <a:rPr sz="1150" i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 err="1">
                <a:solidFill>
                  <a:srgbClr val="8C3C14"/>
                </a:solidFill>
                <a:latin typeface="Consolas"/>
              </a:rPr>
              <a:t>op"</a:t>
            </a:r>
            <a:r>
              <a:rPr sz="1150" i="0" err="1">
                <a:solidFill>
                  <a:srgbClr val="1A1A1A"/>
                </a:solidFill>
                <a:latin typeface="Consolas"/>
              </a:rPr>
              <a:t>,</a:t>
            </a:r>
            <a:r>
              <a:rPr sz="1150" i="0" err="1">
                <a:solidFill>
                  <a:srgbClr val="8C3C14"/>
                </a:solidFill>
                <a:latin typeface="Consolas"/>
              </a:rPr>
              <a:t>"a"</a:t>
            </a:r>
            <a:r>
              <a:rPr sz="1150" i="0" err="1">
                <a:solidFill>
                  <a:srgbClr val="1A1A1A"/>
                </a:solidFill>
                <a:latin typeface="Consolas"/>
              </a:rPr>
              <a:t>,</a:t>
            </a:r>
            <a:r>
              <a:rPr sz="1150" i="0" err="1">
                <a:solidFill>
                  <a:srgbClr val="8C3C14"/>
                </a:solidFill>
                <a:latin typeface="Consolas"/>
              </a:rPr>
              <a:t>"b</a:t>
            </a:r>
            <a:r>
              <a:rPr sz="1150" i="0">
                <a:solidFill>
                  <a:srgbClr val="8C3C14"/>
                </a:solidFill>
                <a:latin typeface="Consolas"/>
              </a:rPr>
              <a:t>"</a:t>
            </a:r>
            <a:r>
              <a:rPr sz="1150" i="0">
                <a:solidFill>
                  <a:srgbClr val="1A1A1A"/>
                </a:solidFill>
                <a:latin typeface="Consolas"/>
              </a:rPr>
              <a:t>]}}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79391"/>
            <a:ext cx="11057839" cy="9771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250" b="0">
                <a:solidFill>
                  <a:srgbClr val="1A1A1A"/>
                </a:solidFill>
                <a:latin typeface="Consolas"/>
              </a:rPr>
              <a:t>name</a:t>
            </a:r>
            <a:r>
              <a:rPr sz="1400" b="0">
                <a:solidFill>
                  <a:srgbClr val="1A1A1A"/>
                </a:solidFill>
                <a:latin typeface="Calibri"/>
              </a:rPr>
              <a:t>, </a:t>
            </a:r>
            <a:r>
              <a:rPr sz="1250" b="0">
                <a:solidFill>
                  <a:srgbClr val="1A1A1A"/>
                </a:solidFill>
                <a:latin typeface="Consolas"/>
              </a:rPr>
              <a:t>description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decide whether the model picks 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this</a:t>
            </a:r>
            <a:r>
              <a:rPr sz="1400" b="0">
                <a:solidFill>
                  <a:srgbClr val="1A1A1A"/>
                </a:solidFill>
                <a:latin typeface="Calibri"/>
              </a:rPr>
              <a:t> tool over the others. This is prompt engineering; </a:t>
            </a:r>
            <a:r>
              <a:rPr lang="en-US" sz="1400" b="0">
                <a:solidFill>
                  <a:srgbClr val="1A1A1A"/>
                </a:solidFill>
                <a:latin typeface="Calibri"/>
              </a:rPr>
              <a:t>use this to provide the model with plain English context to help it understand how the tool is meant to function.</a:t>
            </a:r>
            <a:endParaRPr sz="1400" b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250" b="0">
                <a:solidFill>
                  <a:srgbClr val="1A1A1A"/>
                </a:solidFill>
                <a:latin typeface="Consolas"/>
              </a:rPr>
              <a:t>properties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the typed argument list. </a:t>
            </a:r>
            <a:r>
              <a:rPr sz="1250" b="0" err="1">
                <a:solidFill>
                  <a:srgbClr val="1A1A1A"/>
                </a:solidFill>
                <a:latin typeface="Consolas"/>
              </a:rPr>
              <a:t>enum</a:t>
            </a:r>
            <a:r>
              <a:rPr sz="1400" b="0">
                <a:solidFill>
                  <a:srgbClr val="1A1A1A"/>
                </a:solidFill>
                <a:latin typeface="Calibri"/>
              </a:rPr>
              <a:t> restricts a string to a fixed set. Constrain aggressively: </a:t>
            </a:r>
            <a:r>
              <a:rPr lang="en-US" sz="1400" b="0">
                <a:solidFill>
                  <a:srgbClr val="1A1A1A"/>
                </a:solidFill>
                <a:latin typeface="Calibri"/>
              </a:rPr>
              <a:t>by forcing the model to only process inputs of a given type, you are keeping the Agent from doing something unexpected. For example – the above won’t attempt to add a string to a number</a:t>
            </a:r>
            <a:endParaRPr sz="140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The round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Each turn, the model emits either plain text (final answer) or a structured tool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1.</a:t>
            </a:r>
            <a:r>
              <a:rPr sz="1450" b="0">
                <a:solidFill>
                  <a:srgbClr val="1A1A1A"/>
                </a:solidFill>
                <a:latin typeface="Calibri"/>
              </a:rPr>
              <a:t>  The reply contains a </a:t>
            </a:r>
            <a:r>
              <a:rPr sz="1300" b="0">
                <a:solidFill>
                  <a:srgbClr val="1A1A1A"/>
                </a:solidFill>
                <a:latin typeface="Consolas"/>
              </a:rPr>
              <a:t>function_call</a:t>
            </a:r>
            <a:r>
              <a:rPr sz="1450" b="0">
                <a:solidFill>
                  <a:srgbClr val="1A1A1A"/>
                </a:solidFill>
                <a:latin typeface="Calibri"/>
              </a:rPr>
              <a:t> part: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57839" cy="8503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response.candidates[0].content.parts[0].function_call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.name = </a:t>
            </a:r>
            <a:r>
              <a:rPr sz="1200" i="0">
                <a:solidFill>
                  <a:srgbClr val="8C3C14"/>
                </a:solidFill>
                <a:latin typeface="Consolas"/>
              </a:rPr>
              <a:t>"calculator"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.args = {</a:t>
            </a:r>
            <a:r>
              <a:rPr sz="1200" i="0">
                <a:solidFill>
                  <a:srgbClr val="8C3C14"/>
                </a:solidFill>
                <a:latin typeface="Consolas"/>
              </a:rPr>
              <a:t>"op"</a:t>
            </a:r>
            <a:r>
              <a:rPr sz="1200" i="0">
                <a:solidFill>
                  <a:srgbClr val="1A1A1A"/>
                </a:solidFill>
                <a:latin typeface="Consolas"/>
              </a:rPr>
              <a:t>: </a:t>
            </a:r>
            <a:r>
              <a:rPr sz="1200" i="0">
                <a:solidFill>
                  <a:srgbClr val="8C3C14"/>
                </a:solidFill>
                <a:latin typeface="Consolas"/>
              </a:rPr>
              <a:t>"mul"</a:t>
            </a:r>
            <a:r>
              <a:rPr sz="1200" i="0">
                <a:solidFill>
                  <a:srgbClr val="1A1A1A"/>
                </a:solidFill>
                <a:latin typeface="Consolas"/>
              </a:rPr>
              <a:t>, </a:t>
            </a:r>
            <a:r>
              <a:rPr sz="1200" i="0">
                <a:solidFill>
                  <a:srgbClr val="8C3C14"/>
                </a:solidFill>
                <a:latin typeface="Consolas"/>
              </a:rPr>
              <a:t>"a"</a:t>
            </a:r>
            <a:r>
              <a:rPr sz="1200" i="0">
                <a:solidFill>
                  <a:srgbClr val="1A1A1A"/>
                </a:solidFill>
                <a:latin typeface="Consolas"/>
              </a:rPr>
              <a:t>: 13, </a:t>
            </a:r>
            <a:r>
              <a:rPr sz="1200" i="0">
                <a:solidFill>
                  <a:srgbClr val="8C3C14"/>
                </a:solidFill>
                <a:latin typeface="Consolas"/>
              </a:rPr>
              <a:t>"b"</a:t>
            </a:r>
            <a:r>
              <a:rPr sz="1200" i="0">
                <a:solidFill>
                  <a:srgbClr val="1A1A1A"/>
                </a:solidFill>
                <a:latin typeface="Consolas"/>
              </a:rPr>
              <a:t>: 47}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99923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2.</a:t>
            </a:r>
            <a:r>
              <a:rPr sz="1450" b="0">
                <a:solidFill>
                  <a:srgbClr val="1A1A1A"/>
                </a:solidFill>
                <a:latin typeface="Calibri"/>
              </a:rPr>
              <a:t>  We dispatch by name and run the Python function: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46704"/>
            <a:ext cx="11057839" cy="45415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result = tool_fns[name](**args)     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-&gt; {"result": 611}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04164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3.</a:t>
            </a:r>
            <a:r>
              <a:rPr sz="1450" b="0">
                <a:solidFill>
                  <a:srgbClr val="1A1A1A"/>
                </a:solidFill>
                <a:latin typeface="Calibri"/>
              </a:rPr>
              <a:t>  We send the result back as a </a:t>
            </a:r>
            <a:r>
              <a:rPr sz="1300" b="0">
                <a:solidFill>
                  <a:srgbClr val="1A1A1A"/>
                </a:solidFill>
                <a:latin typeface="Consolas"/>
              </a:rPr>
              <a:t>function_response</a:t>
            </a:r>
            <a:r>
              <a:rPr sz="1450" b="0">
                <a:solidFill>
                  <a:srgbClr val="1A1A1A"/>
                </a:solidFill>
                <a:latin typeface="Calibri"/>
              </a:rPr>
              <a:t> on the next turn: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89120"/>
            <a:ext cx="11057839" cy="45415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Part.from_function_response(name=</a:t>
            </a:r>
            <a:r>
              <a:rPr sz="1200" i="0">
                <a:solidFill>
                  <a:srgbClr val="8C3C14"/>
                </a:solidFill>
                <a:latin typeface="Consolas"/>
              </a:rPr>
              <a:t>"calculator"</a:t>
            </a:r>
            <a:r>
              <a:rPr sz="1200" i="0">
                <a:solidFill>
                  <a:srgbClr val="1A1A1A"/>
                </a:solidFill>
                <a:latin typeface="Consolas"/>
              </a:rPr>
              <a:t>, response={</a:t>
            </a:r>
            <a:r>
              <a:rPr sz="1200" i="0">
                <a:solidFill>
                  <a:srgbClr val="8C3C14"/>
                </a:solidFill>
                <a:latin typeface="Consolas"/>
              </a:rPr>
              <a:t>"result"</a:t>
            </a:r>
            <a:r>
              <a:rPr sz="1200" i="0">
                <a:solidFill>
                  <a:srgbClr val="1A1A1A"/>
                </a:solidFill>
                <a:latin typeface="Consolas"/>
              </a:rPr>
              <a:t>: 611})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The model then sees its own call, the result, and decides whether to call another tool or stop.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CDD43-3CAC-F1F9-2D9D-23058302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30F10-10DE-280C-F2F6-A0C0BE15B9CA}"/>
              </a:ext>
            </a:extLst>
          </p:cNvPr>
          <p:cNvSpPr txBox="1"/>
          <p:nvPr/>
        </p:nvSpPr>
        <p:spPr>
          <a:xfrm>
            <a:off x="566928" y="2651760"/>
            <a:ext cx="11057839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800" b="1">
                <a:solidFill>
                  <a:srgbClr val="1A1A1A"/>
                </a:solidFill>
                <a:latin typeface="Calibri"/>
              </a:rPr>
              <a:t>Setting up your API</a:t>
            </a:r>
            <a:endParaRPr sz="3800" b="1">
              <a:solidFill>
                <a:srgbClr val="1A1A1A"/>
              </a:solidFill>
              <a:latin typeface="Calibri"/>
            </a:endParaRPr>
          </a:p>
          <a:p>
            <a:pPr algn="ctr">
              <a:spcBef>
                <a:spcPts val="1000"/>
              </a:spcBef>
            </a:pPr>
            <a:r>
              <a:rPr lang="en-US" sz="1700" b="0">
                <a:solidFill>
                  <a:srgbClr val="6E6E6E"/>
                </a:solidFill>
                <a:latin typeface="Calibri"/>
              </a:rPr>
              <a:t>Free Gemini API key</a:t>
            </a:r>
            <a:endParaRPr sz="1700" b="0">
              <a:solidFill>
                <a:srgbClr val="6E6E6E"/>
              </a:solidFill>
              <a:latin typeface="Calibri"/>
            </a:endParaRPr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BD98D3B-2DE1-68AC-68CC-75A72CE0727F}"/>
              </a:ext>
            </a:extLst>
          </p:cNvPr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081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Setup: getting a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19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392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1.  </a:t>
            </a:r>
            <a:r>
              <a:rPr sz="1550" b="1">
                <a:solidFill>
                  <a:srgbClr val="1A1A1A"/>
                </a:solidFill>
                <a:latin typeface="Calibri"/>
              </a:rPr>
              <a:t>Free, no credit card.</a:t>
            </a:r>
            <a:r>
              <a:rPr sz="1550" b="0">
                <a:solidFill>
                  <a:srgbClr val="1A1A1A"/>
                </a:solidFill>
                <a:latin typeface="Calibri"/>
              </a:rPr>
              <a:t>  Google AI Studio: aistudio.google.com/</a:t>
            </a:r>
            <a:r>
              <a:rPr sz="1550" b="0" err="1">
                <a:solidFill>
                  <a:srgbClr val="1A1A1A"/>
                </a:solidFill>
                <a:latin typeface="Calibri"/>
              </a:rPr>
              <a:t>apikey</a:t>
            </a:r>
            <a:r>
              <a:rPr sz="1550" b="0">
                <a:solidFill>
                  <a:srgbClr val="1A1A1A"/>
                </a:solidFill>
                <a:latin typeface="Calibri"/>
              </a:rPr>
              <a:t>. Sign in with any Google account. Use a project where billing has </a:t>
            </a:r>
            <a:r>
              <a:rPr sz="1550" b="0" i="1">
                <a:solidFill>
                  <a:srgbClr val="1A1A1A"/>
                </a:solidFill>
                <a:latin typeface="Calibri"/>
              </a:rPr>
              <a:t>never</a:t>
            </a:r>
            <a:r>
              <a:rPr sz="1550" b="0">
                <a:solidFill>
                  <a:srgbClr val="1A1A1A"/>
                </a:solidFill>
                <a:latin typeface="Calibri"/>
              </a:rPr>
              <a:t> been enabled</a:t>
            </a:r>
            <a:r>
              <a:rPr lang="en-US" sz="1550" b="0">
                <a:solidFill>
                  <a:srgbClr val="1A1A1A"/>
                </a:solidFill>
                <a:latin typeface="Calibri"/>
              </a:rPr>
              <a:t> to make sure you are not charged accidentally.</a:t>
            </a:r>
            <a:endParaRPr sz="1550" b="0">
              <a:solidFill>
                <a:srgbClr val="1A1A1A"/>
              </a:solidFill>
              <a:latin typeface="Calibri"/>
            </a:endParaRP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2.  </a:t>
            </a:r>
            <a:r>
              <a:rPr sz="1550" b="1">
                <a:solidFill>
                  <a:srgbClr val="1A1A1A"/>
                </a:solidFill>
                <a:latin typeface="Calibri"/>
              </a:rPr>
              <a:t>Bring your own.</a:t>
            </a:r>
            <a:r>
              <a:rPr sz="1550" b="0">
                <a:solidFill>
                  <a:srgbClr val="1A1A1A"/>
                </a:solidFill>
                <a:latin typeface="Calibri"/>
              </a:rPr>
              <a:t>  Anthropic (console.anthropic.com) or OpenAI (platform.openai.com/</a:t>
            </a:r>
            <a:r>
              <a:rPr sz="1550" b="0" err="1">
                <a:solidFill>
                  <a:srgbClr val="1A1A1A"/>
                </a:solidFill>
                <a:latin typeface="Calibri"/>
              </a:rPr>
              <a:t>api</a:t>
            </a:r>
            <a:r>
              <a:rPr sz="1550" b="0">
                <a:solidFill>
                  <a:srgbClr val="1A1A1A"/>
                </a:solidFill>
                <a:latin typeface="Calibri"/>
              </a:rPr>
              <a:t>-keys) both work</a:t>
            </a:r>
            <a:r>
              <a:rPr lang="en-US" sz="1550" b="0">
                <a:solidFill>
                  <a:srgbClr val="1A1A1A"/>
                </a:solidFill>
                <a:latin typeface="Calibri"/>
              </a:rPr>
              <a:t> (code hasn’t been tested)</a:t>
            </a:r>
            <a:endParaRPr sz="1550" b="0">
              <a:solidFill>
                <a:srgbClr val="1A1A1A"/>
              </a:solidFill>
              <a:latin typeface="Calibri"/>
            </a:endParaRP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3.  In </a:t>
            </a:r>
            <a:r>
              <a:rPr sz="1550" b="0" err="1">
                <a:solidFill>
                  <a:srgbClr val="1A1A1A"/>
                </a:solidFill>
                <a:latin typeface="Calibri"/>
              </a:rPr>
              <a:t>Colab</a:t>
            </a:r>
            <a:r>
              <a:rPr sz="1550" b="0">
                <a:solidFill>
                  <a:srgbClr val="1A1A1A"/>
                </a:solidFill>
                <a:latin typeface="Calibri"/>
              </a:rPr>
              <a:t>: </a:t>
            </a:r>
            <a:r>
              <a:rPr sz="1550" b="1">
                <a:solidFill>
                  <a:srgbClr val="1A1A1A"/>
                </a:solidFill>
                <a:latin typeface="Calibri"/>
              </a:rPr>
              <a:t>Secrets</a:t>
            </a:r>
            <a:r>
              <a:rPr sz="1550" b="0">
                <a:solidFill>
                  <a:srgbClr val="1A1A1A"/>
                </a:solidFill>
                <a:latin typeface="Calibri"/>
              </a:rPr>
              <a:t> panel (key icon, left sidebar), add </a:t>
            </a:r>
            <a:r>
              <a:rPr sz="1400" b="0">
                <a:solidFill>
                  <a:srgbClr val="1A1A1A"/>
                </a:solidFill>
                <a:latin typeface="Consolas"/>
              </a:rPr>
              <a:t>GEMINI_API_KEY</a:t>
            </a:r>
            <a:r>
              <a:rPr sz="1550" b="0">
                <a:solidFill>
                  <a:srgbClr val="1A1A1A"/>
                </a:solidFill>
                <a:latin typeface="Calibri"/>
              </a:rPr>
              <a:t>. </a:t>
            </a:r>
            <a:endParaRPr sz="1400" b="0">
              <a:solidFill>
                <a:srgbClr val="1A1A1A"/>
              </a:solidFill>
              <a:latin typeface="Consolas"/>
            </a:endParaRPr>
          </a:p>
          <a:p>
            <a:r>
              <a:rPr sz="700"/>
              <a:t>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5" y="2471681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Never paste a key into a notebook cell.</a:t>
            </a:r>
            <a:r>
              <a:rPr sz="1300" b="0">
                <a:solidFill>
                  <a:srgbClr val="1A1A1A"/>
                </a:solidFill>
                <a:latin typeface="Calibri"/>
              </a:rPr>
              <a:t>  It ends up in the </a:t>
            </a:r>
            <a:r>
              <a:rPr sz="1150" b="0">
                <a:solidFill>
                  <a:srgbClr val="1A1A1A"/>
                </a:solidFill>
                <a:latin typeface="Consolas"/>
              </a:rPr>
              <a:t>.ipynb</a:t>
            </a:r>
            <a:r>
              <a:rPr sz="1300" b="0">
                <a:solidFill>
                  <a:srgbClr val="1A1A1A"/>
                </a:solidFill>
                <a:latin typeface="Calibri"/>
              </a:rPr>
              <a:t> JSON, in your shell history, and in git. Use the secrets panel or an environment variable.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01728C-AE01-C627-9F89-AC515900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46" y="3749485"/>
            <a:ext cx="5468486" cy="2425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8BC927-6F3D-0841-BE77-603F25E5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344" y="3325778"/>
            <a:ext cx="5930710" cy="34682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The framework zoo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ReAct  ·  LangGraph  ·  AutoGen  ·  MPC  ·  MCP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Why not just ReAct?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3003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 err="1">
                <a:solidFill>
                  <a:srgbClr val="1A1A1A"/>
                </a:solidFill>
                <a:latin typeface="Calibri"/>
              </a:rPr>
              <a:t>ReAct</a:t>
            </a:r>
            <a:r>
              <a:rPr sz="1550" b="0">
                <a:solidFill>
                  <a:srgbClr val="1A1A1A"/>
                </a:solidFill>
                <a:latin typeface="Calibri"/>
              </a:rPr>
              <a:t> is </a:t>
            </a:r>
            <a:r>
              <a:rPr sz="1550" b="1">
                <a:solidFill>
                  <a:srgbClr val="1A1A1A"/>
                </a:solidFill>
                <a:latin typeface="Calibri"/>
              </a:rPr>
              <a:t>greedy</a:t>
            </a:r>
            <a:r>
              <a:rPr sz="1550" b="0">
                <a:solidFill>
                  <a:srgbClr val="1A1A1A"/>
                </a:solidFill>
                <a:latin typeface="Calibri"/>
              </a:rPr>
              <a:t>. At each step the model sees the history and picks one action. That is exactly right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the tool </a:t>
            </a:r>
            <a:r>
              <a:rPr lang="en-US" sz="1550" b="0">
                <a:solidFill>
                  <a:srgbClr val="1A1A1A"/>
                </a:solidFill>
                <a:latin typeface="Calibri"/>
              </a:rPr>
              <a:t>interface is lightweight,</a:t>
            </a:r>
            <a:endParaRPr sz="1550" b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mistakes are cheap and recoverable, and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you cannot specify the procedure in advance.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1546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It starts to hurt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you need a </a:t>
            </a:r>
            <a:r>
              <a:rPr sz="1550" b="1">
                <a:solidFill>
                  <a:srgbClr val="AA1E1E"/>
                </a:solidFill>
                <a:latin typeface="Calibri"/>
              </a:rPr>
              <a:t>guarantee</a:t>
            </a:r>
            <a:r>
              <a:rPr sz="1550" b="0">
                <a:solidFill>
                  <a:srgbClr val="1A1A1A"/>
                </a:solidFill>
                <a:latin typeface="Calibri"/>
              </a:rPr>
              <a:t> that step B always follows step A (audit, compliance, “always verify before reporting”),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genuinely </a:t>
            </a:r>
            <a:r>
              <a:rPr sz="1550" b="1">
                <a:solidFill>
                  <a:srgbClr val="AA1E1E"/>
                </a:solidFill>
                <a:latin typeface="Calibri"/>
              </a:rPr>
              <a:t>different expertise</a:t>
            </a:r>
            <a:r>
              <a:rPr sz="1550" b="0">
                <a:solidFill>
                  <a:srgbClr val="1A1A1A"/>
                </a:solidFill>
                <a:latin typeface="Calibri"/>
              </a:rPr>
              <a:t> needs different system prompts and different tools,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a wrong action is </a:t>
            </a:r>
            <a:r>
              <a:rPr sz="1550" b="1">
                <a:solidFill>
                  <a:srgbClr val="AA1E1E"/>
                </a:solidFill>
                <a:latin typeface="Calibri"/>
              </a:rPr>
              <a:t>expensive</a:t>
            </a:r>
            <a:r>
              <a:rPr sz="1550" b="0">
                <a:solidFill>
                  <a:srgbClr val="1A1A1A"/>
                </a:solidFill>
                <a:latin typeface="Calibri"/>
              </a:rPr>
              <a:t> and you own a cheap forward model that could have caught it, or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your tools live in </a:t>
            </a:r>
            <a:r>
              <a:rPr sz="1550" b="1">
                <a:solidFill>
                  <a:srgbClr val="AA1E1E"/>
                </a:solidFill>
                <a:latin typeface="Calibri"/>
              </a:rPr>
              <a:t>someone else’s process</a:t>
            </a:r>
            <a:r>
              <a:rPr sz="1550" b="0">
                <a:solidFill>
                  <a:srgbClr val="1A1A1A"/>
                </a:solidFill>
                <a:latin typeface="Calibri"/>
              </a:rPr>
              <a:t> — a solver, a CAD kernel, a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0"/>
            <a:ext cx="1105783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500" b="0">
                <a:solidFill>
                  <a:srgbClr val="1A1A1A"/>
                </a:solidFill>
                <a:latin typeface="Calibri"/>
              </a:rPr>
              <a:t>For each of these, different alternate patterns can make sens</a:t>
            </a:r>
            <a:r>
              <a:rPr lang="en-US" sz="1500">
                <a:solidFill>
                  <a:srgbClr val="1A1A1A"/>
                </a:solidFill>
                <a:latin typeface="Calibri"/>
              </a:rPr>
              <a:t>e, so we will consider alternative agentic frameworks.</a:t>
            </a:r>
            <a:endParaRPr sz="150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Selecting the correct framework for a given task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Calibri"/>
              </a:rPr>
              <a:t>Choosing a pattern is choosing </a:t>
            </a:r>
            <a:r>
              <a:rPr lang="en-US" sz="2200" b="1">
                <a:solidFill>
                  <a:srgbClr val="AA1E1E"/>
                </a:solidFill>
                <a:latin typeface="Calibri"/>
              </a:rPr>
              <a:t>how the logical flow is controlled</a:t>
            </a:r>
            <a:r>
              <a:rPr sz="22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ReAct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the 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model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decides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LangGraph</a:t>
            </a:r>
          </a:p>
          <a:p>
            <a:pPr algn="ctr"/>
            <a:r>
              <a:rPr sz="1100" b="0" i="1">
                <a:solidFill>
                  <a:srgbClr val="6E6E6E"/>
                </a:solidFill>
                <a:latin typeface="Calibri"/>
              </a:rPr>
              <a:t>you</a:t>
            </a:r>
            <a:r>
              <a:rPr sz="1100" b="0">
                <a:solidFill>
                  <a:srgbClr val="6E6E6E"/>
                </a:solidFill>
                <a:latin typeface="Calibri"/>
              </a:rPr>
              <a:t> decide,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in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19472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F1E9F1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AutoGen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the 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conversation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decides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95744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MPC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a </a:t>
            </a:r>
            <a:r>
              <a:rPr sz="1100" b="0" i="1">
                <a:solidFill>
                  <a:srgbClr val="6E6E6E"/>
                </a:solidFill>
                <a:latin typeface="Calibri"/>
              </a:rPr>
              <a:t>simulator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decides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62288" y="2057400"/>
            <a:ext cx="0" cy="1645920"/>
          </a:xfrm>
          <a:prstGeom prst="line">
            <a:avLst/>
          </a:prstGeom>
          <a:ln w="12700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400032" y="2240280"/>
            <a:ext cx="1920240" cy="123444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MCP</a:t>
            </a:r>
          </a:p>
          <a:p>
            <a:pPr algn="ctr"/>
            <a:r>
              <a:rPr sz="1100" b="0" i="1">
                <a:solidFill>
                  <a:srgbClr val="6E6E6E"/>
                </a:solidFill>
                <a:latin typeface="Calibri"/>
              </a:rPr>
              <a:t>nobody</a:t>
            </a:r>
            <a:r>
              <a:rPr sz="1100" b="0">
                <a:solidFill>
                  <a:srgbClr val="6E6E6E"/>
                </a:solidFill>
                <a:latin typeface="Calibri"/>
              </a:rPr>
              <a:t> —</a:t>
            </a:r>
          </a:p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it’s plumbing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1207" y="3858768"/>
            <a:ext cx="8403337" cy="0"/>
          </a:xfrm>
          <a:prstGeom prst="line">
            <a:avLst/>
          </a:prstGeom>
          <a:ln w="15875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" y="3977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Calibri"/>
              </a:rPr>
              <a:t>more autonomy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3" y="3977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E6E6E"/>
                </a:solidFill>
                <a:latin typeface="Calibri"/>
              </a:rPr>
              <a:t>more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39319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a </a:t>
            </a:r>
            <a:r>
              <a:rPr sz="1000" b="0" i="1">
                <a:solidFill>
                  <a:srgbClr val="6E6E6E"/>
                </a:solidFill>
                <a:latin typeface="Calibri"/>
              </a:rPr>
              <a:t>transport</a:t>
            </a:r>
            <a:r>
              <a:rPr sz="1000" b="0">
                <a:solidFill>
                  <a:srgbClr val="6E6E6E"/>
                </a:solidFill>
                <a:latin typeface="Calibri"/>
              </a:rPr>
              <a:t>,</a:t>
            </a:r>
          </a:p>
          <a:p>
            <a:pPr algn="ctr"/>
            <a:r>
              <a:rPr sz="1000" b="0">
                <a:solidFill>
                  <a:srgbClr val="6E6E6E"/>
                </a:solidFill>
                <a:latin typeface="Calibri"/>
              </a:rPr>
              <a:t>not an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846320"/>
            <a:ext cx="11057839" cy="2231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900"/>
              </a:spcAft>
            </a:pPr>
            <a:r>
              <a:rPr lang="en-US" sz="1450" b="0">
                <a:solidFill>
                  <a:srgbClr val="1A1A1A"/>
                </a:solidFill>
                <a:latin typeface="Calibri"/>
              </a:rPr>
              <a:t>MCP is its own thing and can be combined with the other four.</a:t>
            </a:r>
            <a:endParaRPr sz="145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Mapping this onto a conventional FEM workflow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23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CAD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3952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solve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27463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post</a:t>
            </a:r>
          </a:p>
        </p:txBody>
      </p:sp>
      <p:cxnSp>
        <p:nvCxnSpPr>
          <p:cNvPr id="8" name="Connector 7"/>
          <p:cNvCxnSpPr>
            <a:stCxn id="4" idx="3"/>
            <a:endCxn id="5" idx="1"/>
          </p:cNvCxnSpPr>
          <p:nvPr/>
        </p:nvCxnSpPr>
        <p:spPr>
          <a:xfrm>
            <a:off x="2761488" y="1572768"/>
            <a:ext cx="758952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>
            <a:off x="5715000" y="1572768"/>
            <a:ext cx="758952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>
            <a:off x="8668512" y="1572768"/>
            <a:ext cx="758951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24743" y="1938528"/>
            <a:ext cx="0" cy="457200"/>
          </a:xfrm>
          <a:prstGeom prst="line">
            <a:avLst/>
          </a:prstGeom>
          <a:ln w="15875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617720" y="2395728"/>
            <a:ext cx="5907023" cy="0"/>
          </a:xfrm>
          <a:prstGeom prst="line">
            <a:avLst/>
          </a:prstGeom>
          <a:ln w="15875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17720" y="1938528"/>
            <a:ext cx="0" cy="457200"/>
          </a:xfrm>
          <a:prstGeom prst="line">
            <a:avLst/>
          </a:prstGeom>
          <a:ln w="15875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43230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refine and 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4747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0">
                <a:solidFill>
                  <a:srgbClr val="AA1E1E"/>
                </a:solidFill>
                <a:latin typeface="Calibri"/>
              </a:rPr>
              <a:t>What does this look like when an LLM is holding the mouse?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20624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Three things have to change: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1.  Every stage needs a </a:t>
            </a:r>
            <a:r>
              <a:rPr sz="1550" b="1">
                <a:solidFill>
                  <a:srgbClr val="1A1A1A"/>
                </a:solidFill>
                <a:latin typeface="Calibri"/>
              </a:rPr>
              <a:t>JSON-callable signature</a:t>
            </a:r>
            <a:r>
              <a:rPr sz="15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2.  Objects that can’t cross a JSON boundary (meshes, bases, matrices) need </a:t>
            </a:r>
            <a:r>
              <a:rPr sz="1550" b="1">
                <a:solidFill>
                  <a:srgbClr val="1A1A1A"/>
                </a:solidFill>
                <a:latin typeface="Calibri"/>
              </a:rPr>
              <a:t>handles</a:t>
            </a:r>
            <a:r>
              <a:rPr sz="15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3.  Every stage needs </a:t>
            </a:r>
            <a:r>
              <a:rPr sz="1550" b="1">
                <a:solidFill>
                  <a:srgbClr val="1A1A1A"/>
                </a:solidFill>
                <a:latin typeface="Calibri"/>
              </a:rPr>
              <a:t>guardrails</a:t>
            </a:r>
            <a:r>
              <a:rPr sz="1550" b="0">
                <a:solidFill>
                  <a:srgbClr val="1A1A1A"/>
                </a:solidFill>
                <a:latin typeface="Calibri"/>
              </a:rPr>
              <a:t>, because the caller is nondeterministic.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26FC-FB65-ED5E-2349-5502E7B28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96679-CA23-F79D-89C8-C234996A97A0}"/>
              </a:ext>
            </a:extLst>
          </p:cNvPr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Mapping this onto a conventional FEM workflow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4E6F0-44DD-9B52-C8B0-8A77A672E483}"/>
              </a:ext>
            </a:extLst>
          </p:cNvPr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B0397A-DD33-F31B-6FCE-581A8B42D0E6}"/>
              </a:ext>
            </a:extLst>
          </p:cNvPr>
          <p:cNvSpPr/>
          <p:nvPr/>
        </p:nvSpPr>
        <p:spPr>
          <a:xfrm>
            <a:off x="566928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CAD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FDDBB6-5C70-05D8-CD66-F56BADD1111B}"/>
              </a:ext>
            </a:extLst>
          </p:cNvPr>
          <p:cNvSpPr/>
          <p:nvPr/>
        </p:nvSpPr>
        <p:spPr>
          <a:xfrm>
            <a:off x="3520440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mesh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6D0620-1737-FA48-E026-B1CDEAC81120}"/>
              </a:ext>
            </a:extLst>
          </p:cNvPr>
          <p:cNvSpPr/>
          <p:nvPr/>
        </p:nvSpPr>
        <p:spPr>
          <a:xfrm>
            <a:off x="6473952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solve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768F8E3-7F6A-59DF-87CA-AA43CE401363}"/>
              </a:ext>
            </a:extLst>
          </p:cNvPr>
          <p:cNvSpPr/>
          <p:nvPr/>
        </p:nvSpPr>
        <p:spPr>
          <a:xfrm>
            <a:off x="9427463" y="1207008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post</a:t>
            </a:r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1B4AE02F-3D84-D92A-D99D-AF2EA990EE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61488" y="1572768"/>
            <a:ext cx="758952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7C62AD8A-27D8-7E48-8943-C849A83175C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715000" y="1572768"/>
            <a:ext cx="758952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CF03CF7B-BF27-3011-4739-C179A0FF6A1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668512" y="1572768"/>
            <a:ext cx="758951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E5AAEEA-D984-26B2-311A-0AB811086752}"/>
              </a:ext>
            </a:extLst>
          </p:cNvPr>
          <p:cNvCxnSpPr/>
          <p:nvPr/>
        </p:nvCxnSpPr>
        <p:spPr>
          <a:xfrm>
            <a:off x="10524743" y="1938528"/>
            <a:ext cx="0" cy="457200"/>
          </a:xfrm>
          <a:prstGeom prst="line">
            <a:avLst/>
          </a:prstGeom>
          <a:ln w="15875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8BFF260B-674D-C053-4F85-A721166A0D28}"/>
              </a:ext>
            </a:extLst>
          </p:cNvPr>
          <p:cNvCxnSpPr/>
          <p:nvPr/>
        </p:nvCxnSpPr>
        <p:spPr>
          <a:xfrm flipH="1">
            <a:off x="4617720" y="2395728"/>
            <a:ext cx="5907023" cy="0"/>
          </a:xfrm>
          <a:prstGeom prst="line">
            <a:avLst/>
          </a:prstGeom>
          <a:ln w="15875">
            <a:solidFill>
              <a:srgbClr val="9A9A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DDC9C421-A5C5-7322-CBC3-1D4EE753B71B}"/>
              </a:ext>
            </a:extLst>
          </p:cNvPr>
          <p:cNvCxnSpPr/>
          <p:nvPr/>
        </p:nvCxnSpPr>
        <p:spPr>
          <a:xfrm flipV="1">
            <a:off x="4617720" y="1938528"/>
            <a:ext cx="0" cy="457200"/>
          </a:xfrm>
          <a:prstGeom prst="line">
            <a:avLst/>
          </a:prstGeom>
          <a:ln w="15875">
            <a:solidFill>
              <a:srgbClr val="9A9A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1A7994-8916-B1BC-6F0D-45588ED563C7}"/>
              </a:ext>
            </a:extLst>
          </p:cNvPr>
          <p:cNvSpPr txBox="1"/>
          <p:nvPr/>
        </p:nvSpPr>
        <p:spPr>
          <a:xfrm>
            <a:off x="566928" y="2432304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refine and repeat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FC285-2E94-3FBF-842E-5CFD2CDAA8E1}"/>
              </a:ext>
            </a:extLst>
          </p:cNvPr>
          <p:cNvSpPr txBox="1"/>
          <p:nvPr/>
        </p:nvSpPr>
        <p:spPr>
          <a:xfrm>
            <a:off x="566928" y="3474720"/>
            <a:ext cx="1105783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2100" b="0">
                <a:solidFill>
                  <a:srgbClr val="AA1E1E"/>
                </a:solidFill>
                <a:latin typeface="Calibri"/>
              </a:rPr>
              <a:t>Why would we even do this?</a:t>
            </a:r>
            <a:endParaRPr sz="2100" b="0">
              <a:solidFill>
                <a:srgbClr val="AA1E1E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34B9FA-62A1-2623-6379-13CE87EF399D}"/>
              </a:ext>
            </a:extLst>
          </p:cNvPr>
          <p:cNvSpPr txBox="1"/>
          <p:nvPr/>
        </p:nvSpPr>
        <p:spPr>
          <a:xfrm>
            <a:off x="566928" y="4206240"/>
            <a:ext cx="11057839" cy="20082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lang="en-US" sz="1550" b="0">
                <a:solidFill>
                  <a:srgbClr val="1A1A1A"/>
                </a:solidFill>
                <a:latin typeface="Calibri"/>
              </a:rPr>
              <a:t>A lot of this can be done with simple bash scripts, but not everything and not fast. Some use cases:</a:t>
            </a:r>
            <a:endParaRPr sz="1550" b="0">
              <a:solidFill>
                <a:srgbClr val="1A1A1A"/>
              </a:solidFill>
              <a:latin typeface="Calibri"/>
            </a:endParaRP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Establishing automatic unit tests for e.g. manufactured solutions, convergence, patch tests, conservation principles</a:t>
            </a:r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AutoNum type="arabicPeriod" startAt="2"/>
            </a:pPr>
            <a:r>
              <a:rPr lang="en-US" sz="1550">
                <a:solidFill>
                  <a:srgbClr val="1A1A1A"/>
                </a:solidFill>
              </a:rPr>
              <a:t>Automating design sweeps over geometry or other conditions</a:t>
            </a:r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AutoNum type="arabicPeriod" startAt="2"/>
            </a:pPr>
            <a:r>
              <a:rPr lang="en-US" sz="1550" b="0">
                <a:solidFill>
                  <a:srgbClr val="1A1A1A"/>
                </a:solidFill>
                <a:latin typeface="Calibri"/>
              </a:rPr>
              <a:t>Generating large quantities of data for training other models</a:t>
            </a:r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AutoNum type="arabicPeriod" startAt="2"/>
            </a:pPr>
            <a:r>
              <a:rPr lang="en-US" sz="1550">
                <a:solidFill>
                  <a:srgbClr val="1A1A1A"/>
                </a:solidFill>
                <a:latin typeface="Calibri"/>
              </a:rPr>
              <a:t>Establishing auditable provenance for high consequence workflows (medicine, aerospace)</a:t>
            </a:r>
          </a:p>
          <a:p>
            <a:pPr marL="342900" indent="-342900">
              <a:lnSpc>
                <a:spcPct val="100000"/>
              </a:lnSpc>
              <a:spcAft>
                <a:spcPts val="900"/>
              </a:spcAft>
              <a:buAutoNum type="arabicPeriod" startAt="2"/>
            </a:pPr>
            <a:r>
              <a:rPr lang="en-US" sz="1550">
                <a:solidFill>
                  <a:srgbClr val="1A1A1A"/>
                </a:solidFill>
                <a:latin typeface="Calibri"/>
              </a:rPr>
              <a:t>Making real-time decisions augmented with simulation in fast-paced environments (defense, surgery)</a:t>
            </a:r>
            <a:endParaRPr sz="1550" b="0">
              <a:solidFill>
                <a:srgbClr val="1A1A1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2783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The zoo, on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25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34440"/>
          <a:ext cx="11057836" cy="25085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88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3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4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3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Control flow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Lookahead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Reach for it when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model, step by step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open-ended, errors cheap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you, as a graph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many, fixed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you need guarantees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AutoGen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emergent, via chat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many, fluid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expertise must collide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MPC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simulator ranks plans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1">
                          <a:solidFill>
                            <a:srgbClr val="1A1A1A"/>
                          </a:solidFill>
                          <a:latin typeface="Calibri"/>
                        </a:rPr>
                        <a:t>N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 steps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one + model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wrong actions are costly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MCP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1">
                          <a:solidFill>
                            <a:srgbClr val="1A1A1A"/>
                          </a:solidFill>
                          <a:latin typeface="Calibri"/>
                        </a:rPr>
                        <a:t>orthogonal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 — how tools reach the agent, not how it decides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977639"/>
            <a:ext cx="11057839" cy="946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For each of these the sample code focuses on getting you a baseline that runs easily in Colab that you can hack on top of.</a:t>
            </a:r>
            <a:endParaRPr sz="1550" b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50" b="0">
                <a:solidFill>
                  <a:srgbClr val="1A1A1A"/>
                </a:solidFill>
                <a:latin typeface="Calibri"/>
              </a:rPr>
              <a:t>the </a:t>
            </a:r>
            <a:r>
              <a:rPr sz="1550" b="1">
                <a:solidFill>
                  <a:srgbClr val="1A1A1A"/>
                </a:solidFill>
                <a:latin typeface="Calibri"/>
              </a:rPr>
              <a:t>syntax</a:t>
            </a:r>
            <a:r>
              <a:rPr sz="1550" b="0">
                <a:solidFill>
                  <a:srgbClr val="1A1A1A"/>
                </a:solidFill>
                <a:latin typeface="Calibri"/>
              </a:rPr>
              <a:t> — what the code actually looks like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lang="en-US" sz="1550" b="0">
                <a:solidFill>
                  <a:srgbClr val="1A1A1A"/>
                </a:solidFill>
                <a:latin typeface="Calibri"/>
              </a:rPr>
              <a:t>An </a:t>
            </a:r>
            <a:r>
              <a:rPr lang="en-US" sz="1550" b="1">
                <a:solidFill>
                  <a:srgbClr val="1A1A1A"/>
                </a:solidFill>
                <a:latin typeface="Calibri"/>
              </a:rPr>
              <a:t>exemplar – </a:t>
            </a:r>
            <a:r>
              <a:rPr lang="en-US" sz="1550">
                <a:solidFill>
                  <a:srgbClr val="1A1A1A"/>
                </a:solidFill>
                <a:latin typeface="Calibri"/>
              </a:rPr>
              <a:t>sometimes trite! Many of these patterns really only make sense at scale and I used minimal complexity examples</a:t>
            </a:r>
            <a:endParaRPr sz="155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1 — ReAct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the model owns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ReAct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No 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library needed – we can implement this ourselves using a</a:t>
            </a:r>
            <a:r>
              <a:rPr sz="1500" b="0">
                <a:solidFill>
                  <a:srgbClr val="1A1A1A"/>
                </a:solidFill>
                <a:latin typeface="Calibri"/>
              </a:rPr>
              <a:t> </a:t>
            </a:r>
            <a:r>
              <a:rPr sz="1350" b="0">
                <a:solidFill>
                  <a:srgbClr val="1A1A1A"/>
                </a:solidFill>
                <a:latin typeface="Consolas"/>
              </a:rPr>
              <a:t>for</a:t>
            </a:r>
            <a:r>
              <a:rPr sz="1500" b="0">
                <a:solidFill>
                  <a:srgbClr val="1A1A1A"/>
                </a:solidFill>
                <a:latin typeface="Calibri"/>
              </a:rPr>
              <a:t> loop and a dispatch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57839" cy="38221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contents = [user_prompt]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005AA0"/>
                </a:solidFill>
                <a:latin typeface="Consolas"/>
              </a:rPr>
              <a:t>for</a:t>
            </a:r>
            <a:r>
              <a:rPr sz="1200" i="0">
                <a:solidFill>
                  <a:srgbClr val="1A1A1A"/>
                </a:solidFill>
                <a:latin typeface="Consolas"/>
              </a:rPr>
              <a:t> step </a:t>
            </a:r>
            <a:r>
              <a:rPr sz="1200" i="0">
                <a:solidFill>
                  <a:srgbClr val="005AA0"/>
                </a:solidFill>
                <a:latin typeface="Consolas"/>
              </a:rPr>
              <a:t>in</a:t>
            </a:r>
            <a:r>
              <a:rPr sz="1200" i="0">
                <a:solidFill>
                  <a:srgbClr val="1A1A1A"/>
                </a:solidFill>
                <a:latin typeface="Consolas"/>
              </a:rPr>
              <a:t> range(max_steps):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resp = client.models.generate_content(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model=MODEL, contents=contents,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config=GenerateContentConfig(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system_instruction=system_prompt,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tools=[Tool(function_declarations=tool_schemas)]))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contents.append(resp.candidates[0].content)</a:t>
            </a:r>
          </a:p>
          <a:p>
            <a:pPr algn="l">
              <a:lnSpc>
                <a:spcPct val="106000"/>
              </a:lnSpc>
            </a:pPr>
            <a:endParaRPr sz="120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calls = [p.function_call </a:t>
            </a:r>
            <a:r>
              <a:rPr sz="1200" i="0">
                <a:solidFill>
                  <a:srgbClr val="005AA0"/>
                </a:solidFill>
                <a:latin typeface="Consolas"/>
              </a:rPr>
              <a:t>for</a:t>
            </a:r>
            <a:r>
              <a:rPr sz="1200" i="0">
                <a:solidFill>
                  <a:srgbClr val="1A1A1A"/>
                </a:solidFill>
                <a:latin typeface="Consolas"/>
              </a:rPr>
              <a:t> p </a:t>
            </a:r>
            <a:r>
              <a:rPr sz="1200" i="0">
                <a:solidFill>
                  <a:srgbClr val="005AA0"/>
                </a:solidFill>
                <a:latin typeface="Consolas"/>
              </a:rPr>
              <a:t>in</a:t>
            </a:r>
            <a:r>
              <a:rPr sz="1200" i="0">
                <a:solidFill>
                  <a:srgbClr val="1A1A1A"/>
                </a:solidFill>
                <a:latin typeface="Consolas"/>
              </a:rPr>
              <a:t> resp.candidates[0].content.parts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if</a:t>
            </a:r>
            <a:r>
              <a:rPr sz="1200" i="0">
                <a:solidFill>
                  <a:srgbClr val="1A1A1A"/>
                </a:solidFill>
                <a:latin typeface="Consolas"/>
              </a:rPr>
              <a:t> p.function_call]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if</a:t>
            </a:r>
            <a:r>
              <a:rPr sz="1200" i="0">
                <a:solidFill>
                  <a:srgbClr val="1A1A1A"/>
                </a:solidFill>
                <a:latin typeface="Consolas"/>
              </a:rPr>
              <a:t> </a:t>
            </a:r>
            <a:r>
              <a:rPr sz="1200" i="0">
                <a:solidFill>
                  <a:srgbClr val="005AA0"/>
                </a:solidFill>
                <a:latin typeface="Consolas"/>
              </a:rPr>
              <a:t>not</a:t>
            </a:r>
            <a:r>
              <a:rPr sz="1200" i="0">
                <a:solidFill>
                  <a:srgbClr val="1A1A1A"/>
                </a:solidFill>
                <a:latin typeface="Consolas"/>
              </a:rPr>
              <a:t> calls: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resp.text                  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final answer</a:t>
            </a:r>
          </a:p>
          <a:p>
            <a:pPr algn="l">
              <a:lnSpc>
                <a:spcPct val="106000"/>
              </a:lnSpc>
            </a:pPr>
            <a:endParaRPr sz="120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for</a:t>
            </a:r>
            <a:r>
              <a:rPr sz="1200" i="0">
                <a:solidFill>
                  <a:srgbClr val="1A1A1A"/>
                </a:solidFill>
                <a:latin typeface="Consolas"/>
              </a:rPr>
              <a:t> fc </a:t>
            </a:r>
            <a:r>
              <a:rPr sz="1200" i="0">
                <a:solidFill>
                  <a:srgbClr val="005AA0"/>
                </a:solidFill>
                <a:latin typeface="Consolas"/>
              </a:rPr>
              <a:t>in</a:t>
            </a:r>
            <a:r>
              <a:rPr sz="1200" i="0">
                <a:solidFill>
                  <a:srgbClr val="1A1A1A"/>
                </a:solidFill>
                <a:latin typeface="Consolas"/>
              </a:rPr>
              <a:t> calls: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result = tool_fns[fc.name](**dict(fc.args))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contents.append(Part.from_function_response(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name=fc.name, response=result))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23560"/>
            <a:ext cx="11057839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Dependencies: one SDK.  State: the </a:t>
            </a:r>
            <a:r>
              <a:rPr sz="1150" b="0">
                <a:solidFill>
                  <a:srgbClr val="1A1A1A"/>
                </a:solidFill>
                <a:latin typeface="Consolas"/>
              </a:rPr>
              <a:t>contents</a:t>
            </a:r>
            <a:r>
              <a:rPr sz="1300" b="0">
                <a:solidFill>
                  <a:srgbClr val="1A1A1A"/>
                </a:solidFill>
                <a:latin typeface="Calibri"/>
              </a:rPr>
              <a:t> list..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ReAct — exemplar: adaptive mesh refinement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28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6492240" cy="2693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Why </a:t>
            </a:r>
            <a:r>
              <a:rPr sz="1450" b="1" err="1">
                <a:solidFill>
                  <a:srgbClr val="1A1A1A"/>
                </a:solidFill>
                <a:latin typeface="Calibri"/>
              </a:rPr>
              <a:t>ReAct</a:t>
            </a:r>
            <a:r>
              <a:rPr sz="1450" b="1">
                <a:solidFill>
                  <a:srgbClr val="1A1A1A"/>
                </a:solidFill>
                <a:latin typeface="Calibri"/>
              </a:rPr>
              <a:t> is the right call here: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number of refinement cycles is </a:t>
            </a:r>
            <a:r>
              <a:rPr sz="1450" b="1">
                <a:solidFill>
                  <a:srgbClr val="AA1E1E"/>
                </a:solidFill>
                <a:latin typeface="Calibri"/>
              </a:rPr>
              <a:t>not knowable in advance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it depends on observed error.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Every action is </a:t>
            </a:r>
            <a:r>
              <a:rPr sz="1450" b="1">
                <a:solidFill>
                  <a:srgbClr val="AA1E1E"/>
                </a:solidFill>
                <a:latin typeface="Calibri"/>
              </a:rPr>
              <a:t>cheap and recoverable</a:t>
            </a:r>
            <a:r>
              <a:rPr sz="1450" b="0">
                <a:solidFill>
                  <a:srgbClr val="1A1A1A"/>
                </a:solidFill>
                <a:latin typeface="Calibri"/>
              </a:rPr>
              <a:t>: a bad refinement just makes a mesh you discard</a:t>
            </a:r>
            <a:r>
              <a:rPr lang="en-US" sz="1450" b="0">
                <a:solidFill>
                  <a:srgbClr val="1A1A1A"/>
                </a:solidFill>
                <a:latin typeface="Calibri"/>
              </a:rPr>
              <a:t> (not OK in &gt; 2D!)</a:t>
            </a:r>
            <a:r>
              <a:rPr sz="145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model must </a:t>
            </a:r>
            <a:r>
              <a:rPr sz="1450" b="1">
                <a:solidFill>
                  <a:srgbClr val="AA1E1E"/>
                </a:solidFill>
                <a:latin typeface="Calibri"/>
              </a:rPr>
              <a:t>react to observations</a:t>
            </a:r>
            <a:r>
              <a:rPr sz="1450" b="0">
                <a:solidFill>
                  <a:srgbClr val="1A1A1A"/>
                </a:solidFill>
                <a:latin typeface="Calibri"/>
              </a:rPr>
              <a:t> it could not have predicted (the error estimate after each solve).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tool surface is </a:t>
            </a:r>
            <a:r>
              <a:rPr sz="1450" b="1">
                <a:solidFill>
                  <a:srgbClr val="AA1E1E"/>
                </a:solidFill>
                <a:latin typeface="Calibri"/>
              </a:rPr>
              <a:t>small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six tools.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Greedy, one-step-at-a-time decision making </a:t>
            </a:r>
            <a:r>
              <a:rPr lang="en-US" sz="1450" b="0">
                <a:solidFill>
                  <a:srgbClr val="1A1A1A"/>
                </a:solidFill>
                <a:latin typeface="Calibri"/>
              </a:rPr>
              <a:t>makes this the right framework.</a:t>
            </a:r>
            <a:endParaRPr sz="1450" b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solve_poisson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24028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local_indicators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306324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refine_by_threshold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2651760" cy="5029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stop</a:t>
            </a:r>
          </a:p>
        </p:txBody>
      </p:sp>
      <p:cxnSp>
        <p:nvCxnSpPr>
          <p:cNvPr id="9" name="Connector 8"/>
          <p:cNvCxnSpPr>
            <a:stCxn id="5" idx="2"/>
            <a:endCxn id="6" idx="0"/>
          </p:cNvCxnSpPr>
          <p:nvPr/>
        </p:nvCxnSpPr>
        <p:spPr>
          <a:xfrm flipH="1">
            <a:off x="9144000" y="1920240"/>
            <a:ext cx="0" cy="32004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2"/>
            <a:endCxn id="7" idx="0"/>
          </p:cNvCxnSpPr>
          <p:nvPr/>
        </p:nvCxnSpPr>
        <p:spPr>
          <a:xfrm flipH="1">
            <a:off x="9144000" y="2743200"/>
            <a:ext cx="0" cy="32004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2"/>
            <a:endCxn id="8" idx="0"/>
          </p:cNvCxnSpPr>
          <p:nvPr/>
        </p:nvCxnSpPr>
        <p:spPr>
          <a:xfrm flipH="1">
            <a:off x="9144000" y="3566160"/>
            <a:ext cx="0" cy="59436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543800" y="1664208"/>
            <a:ext cx="0" cy="1645920"/>
          </a:xfrm>
          <a:prstGeom prst="bentConnector3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543800" y="3310128"/>
            <a:ext cx="274320" cy="0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43800" y="1664208"/>
            <a:ext cx="2743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2331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E6E6E"/>
                </a:solidFill>
                <a:latin typeface="Calibri"/>
              </a:rPr>
              <a:t>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675887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E6E6E"/>
                </a:solidFill>
                <a:latin typeface="Calibri"/>
              </a:rPr>
              <a:t>tol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8920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6E6E6E"/>
                </a:solidFill>
                <a:latin typeface="Calibri"/>
              </a:rPr>
              <a:t>The model chooses the arrow to take at every step. Nothing in the code forces this order.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2 — Graphs (</a:t>
            </a:r>
            <a:r>
              <a:rPr sz="3800" b="1" err="1">
                <a:solidFill>
                  <a:srgbClr val="1A1A1A"/>
                </a:solidFill>
                <a:latin typeface="Calibri"/>
              </a:rPr>
              <a:t>LangGraph</a:t>
            </a:r>
            <a:r>
              <a:rPr sz="3800" b="1">
                <a:solidFill>
                  <a:srgbClr val="1A1A1A"/>
                </a:solidFill>
                <a:latin typeface="Calibri"/>
              </a:rPr>
              <a:t>)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you own </a:t>
            </a:r>
            <a:r>
              <a:rPr lang="en-US" sz="1700" b="0">
                <a:solidFill>
                  <a:srgbClr val="6E6E6E"/>
                </a:solidFill>
                <a:latin typeface="Calibri"/>
              </a:rPr>
              <a:t>the </a:t>
            </a:r>
            <a:r>
              <a:rPr sz="1700" b="0">
                <a:solidFill>
                  <a:srgbClr val="6E6E6E"/>
                </a:solidFill>
                <a:latin typeface="Calibri"/>
              </a:rPr>
              <a:t>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LangGraph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30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You declare a typed state, nodes that transform it, and edges. The LLM fills in nodes;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the graph</a:t>
            </a:r>
            <a:r>
              <a:rPr sz="1450" b="0">
                <a:solidFill>
                  <a:srgbClr val="1A1A1A"/>
                </a:solidFill>
                <a:latin typeface="Calibri"/>
              </a:rPr>
              <a:t> decides what runs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57839" cy="481279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langgraph.graph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StateGraph, END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typing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TypedDict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class</a:t>
            </a:r>
            <a:r>
              <a:rPr sz="1150" i="0">
                <a:solidFill>
                  <a:srgbClr val="1A1A1A"/>
                </a:solidFill>
                <a:latin typeface="Consolas"/>
              </a:rPr>
              <a:t> S(TypedDict):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mesh_id: int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error: float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attempts: int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solve(s):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{</a:t>
            </a:r>
            <a:r>
              <a:rPr sz="1150" i="0">
                <a:solidFill>
                  <a:srgbClr val="8C3C14"/>
                </a:solidFill>
                <a:latin typeface="Consolas"/>
              </a:rPr>
              <a:t>"error"</a:t>
            </a:r>
            <a:r>
              <a:rPr sz="1150" i="0">
                <a:solidFill>
                  <a:srgbClr val="1A1A1A"/>
                </a:solidFill>
                <a:latin typeface="Consolas"/>
              </a:rPr>
              <a:t>: run_solver(s[</a:t>
            </a:r>
            <a:r>
              <a:rPr sz="115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150" i="0">
                <a:solidFill>
                  <a:srgbClr val="1A1A1A"/>
                </a:solidFill>
                <a:latin typeface="Consolas"/>
              </a:rPr>
              <a:t>]), ...}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refine(s):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{</a:t>
            </a:r>
            <a:r>
              <a:rPr sz="115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150" i="0">
                <a:solidFill>
                  <a:srgbClr val="1A1A1A"/>
                </a:solidFill>
                <a:latin typeface="Consolas"/>
              </a:rPr>
              <a:t>: do_refine(s[</a:t>
            </a:r>
            <a:r>
              <a:rPr sz="115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150" i="0">
                <a:solidFill>
                  <a:srgbClr val="1A1A1A"/>
                </a:solidFill>
                <a:latin typeface="Consolas"/>
              </a:rPr>
              <a:t>]),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                   </a:t>
            </a:r>
            <a:r>
              <a:rPr sz="1150" i="0">
                <a:solidFill>
                  <a:srgbClr val="8C3C14"/>
                </a:solidFill>
                <a:latin typeface="Consolas"/>
              </a:rPr>
              <a:t>"attempts"</a:t>
            </a:r>
            <a:r>
              <a:rPr sz="1150" i="0">
                <a:solidFill>
                  <a:srgbClr val="1A1A1A"/>
                </a:solidFill>
                <a:latin typeface="Consolas"/>
              </a:rPr>
              <a:t>: s[</a:t>
            </a:r>
            <a:r>
              <a:rPr sz="1150" i="0">
                <a:solidFill>
                  <a:srgbClr val="8C3C14"/>
                </a:solidFill>
                <a:latin typeface="Consolas"/>
              </a:rPr>
              <a:t>"attempts"</a:t>
            </a:r>
            <a:r>
              <a:rPr sz="1150" i="0">
                <a:solidFill>
                  <a:srgbClr val="1A1A1A"/>
                </a:solidFill>
                <a:latin typeface="Consolas"/>
              </a:rPr>
              <a:t>] + 1}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def</a:t>
            </a:r>
            <a:r>
              <a:rPr sz="1150" i="0">
                <a:solidFill>
                  <a:srgbClr val="1A1A1A"/>
                </a:solidFill>
                <a:latin typeface="Consolas"/>
              </a:rPr>
              <a:t> route(s):                                  </a:t>
            </a:r>
            <a:r>
              <a:rPr sz="1150" i="1">
                <a:solidFill>
                  <a:srgbClr val="787878"/>
                </a:solidFill>
                <a:latin typeface="Consolas"/>
              </a:rPr>
              <a:t># &lt;- control flow, in Python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if</a:t>
            </a:r>
            <a:r>
              <a:rPr sz="1150" i="0">
                <a:solidFill>
                  <a:srgbClr val="1A1A1A"/>
                </a:solidFill>
                <a:latin typeface="Consolas"/>
              </a:rPr>
              <a:t> s[</a:t>
            </a:r>
            <a:r>
              <a:rPr sz="1150" i="0">
                <a:solidFill>
                  <a:srgbClr val="8C3C14"/>
                </a:solidFill>
                <a:latin typeface="Consolas"/>
              </a:rPr>
              <a:t>"error"</a:t>
            </a:r>
            <a:r>
              <a:rPr sz="1150" i="0">
                <a:solidFill>
                  <a:srgbClr val="1A1A1A"/>
                </a:solidFill>
                <a:latin typeface="Consolas"/>
              </a:rPr>
              <a:t>] &lt; TOL:  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if</a:t>
            </a:r>
            <a:r>
              <a:rPr sz="1150" i="0">
                <a:solidFill>
                  <a:srgbClr val="1A1A1A"/>
                </a:solidFill>
                <a:latin typeface="Consolas"/>
              </a:rPr>
              <a:t> s[</a:t>
            </a:r>
            <a:r>
              <a:rPr sz="1150" i="0">
                <a:solidFill>
                  <a:srgbClr val="8C3C14"/>
                </a:solidFill>
                <a:latin typeface="Consolas"/>
              </a:rPr>
              <a:t>"attempts"</a:t>
            </a:r>
            <a:r>
              <a:rPr sz="1150" i="0">
                <a:solidFill>
                  <a:srgbClr val="1A1A1A"/>
                </a:solidFill>
                <a:latin typeface="Consolas"/>
              </a:rPr>
              <a:t>] &gt;= 6: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"give_up"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</a:t>
            </a:r>
            <a:r>
              <a:rPr sz="11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150" i="0">
                <a:solidFill>
                  <a:srgbClr val="1A1A1A"/>
                </a:solidFill>
                <a:latin typeface="Consolas"/>
              </a:rPr>
              <a:t> 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8C3C14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 = StateGraph(S)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g.add_node(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solve); g.add_node(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refine); g.add_node(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  <a:r>
              <a:rPr sz="1150" i="0">
                <a:solidFill>
                  <a:srgbClr val="1A1A1A"/>
                </a:solidFill>
                <a:latin typeface="Consolas"/>
              </a:rPr>
              <a:t>, verify)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g.set_entry_point(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g.add_conditional_edges(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route,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{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  <a:r>
              <a:rPr sz="1150" i="0">
                <a:solidFill>
                  <a:srgbClr val="1A1A1A"/>
                </a:solidFill>
                <a:latin typeface="Consolas"/>
              </a:rPr>
              <a:t>: </a:t>
            </a:r>
            <a:r>
              <a:rPr sz="1150" i="0">
                <a:solidFill>
                  <a:srgbClr val="8C3C14"/>
                </a:solidFill>
                <a:latin typeface="Consolas"/>
              </a:rPr>
              <a:t>"verify"</a:t>
            </a:r>
            <a:r>
              <a:rPr sz="1150" i="0">
                <a:solidFill>
                  <a:srgbClr val="1A1A1A"/>
                </a:solidFill>
                <a:latin typeface="Consolas"/>
              </a:rPr>
              <a:t>, </a:t>
            </a:r>
            <a:r>
              <a:rPr sz="1150" i="0">
                <a:solidFill>
                  <a:srgbClr val="8C3C14"/>
                </a:solidFill>
                <a:latin typeface="Consolas"/>
              </a:rPr>
              <a:t>"give_up"</a:t>
            </a:r>
            <a:r>
              <a:rPr sz="1150" i="0">
                <a:solidFill>
                  <a:srgbClr val="1A1A1A"/>
                </a:solidFill>
                <a:latin typeface="Consolas"/>
              </a:rPr>
              <a:t>: END})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g.add_edge(</a:t>
            </a:r>
            <a:r>
              <a:rPr sz="1150" i="0">
                <a:solidFill>
                  <a:srgbClr val="8C3C14"/>
                </a:solidFill>
                <a:latin typeface="Consolas"/>
              </a:rPr>
              <a:t>"refine"</a:t>
            </a:r>
            <a:r>
              <a:rPr sz="1150" i="0">
                <a:solidFill>
                  <a:srgbClr val="1A1A1A"/>
                </a:solidFill>
                <a:latin typeface="Consolas"/>
              </a:rPr>
              <a:t>, </a:t>
            </a:r>
            <a:r>
              <a:rPr sz="1150" i="0">
                <a:solidFill>
                  <a:srgbClr val="8C3C14"/>
                </a:solidFill>
                <a:latin typeface="Consolas"/>
              </a:rPr>
              <a:t>"solve"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app = g.compile()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 err="1">
                <a:solidFill>
                  <a:srgbClr val="1A1A1A"/>
                </a:solidFill>
                <a:latin typeface="Calibri"/>
              </a:rPr>
              <a:t>LangGraph</a:t>
            </a:r>
            <a:r>
              <a:rPr sz="2500" b="1">
                <a:solidFill>
                  <a:srgbClr val="1A1A1A"/>
                </a:solidFill>
                <a:latin typeface="Calibri"/>
              </a:rPr>
              <a:t> — </a:t>
            </a:r>
            <a:r>
              <a:rPr lang="en-US" sz="2500" b="1">
                <a:solidFill>
                  <a:srgbClr val="1A1A1A"/>
                </a:solidFill>
                <a:latin typeface="Calibri"/>
              </a:rPr>
              <a:t>guarantees follow from structured graph computation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31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What the graph guarantees: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00" b="0">
                <a:solidFill>
                  <a:srgbClr val="1A1A1A"/>
                </a:solidFill>
                <a:latin typeface="Consolas"/>
              </a:rPr>
              <a:t>verify</a:t>
            </a:r>
            <a:r>
              <a:rPr sz="1450" b="0">
                <a:solidFill>
                  <a:srgbClr val="1A1A1A"/>
                </a:solidFill>
                <a:latin typeface="Calibri"/>
              </a:rPr>
              <a:t> </a:t>
            </a:r>
            <a:r>
              <a:rPr sz="1450" b="1">
                <a:solidFill>
                  <a:srgbClr val="AA1E1E"/>
                </a:solidFill>
                <a:latin typeface="Calibri"/>
              </a:rPr>
              <a:t>always</a:t>
            </a:r>
            <a:r>
              <a:rPr sz="1450" b="0">
                <a:solidFill>
                  <a:srgbClr val="1A1A1A"/>
                </a:solidFill>
                <a:latin typeface="Calibri"/>
              </a:rPr>
              <a:t> runs before a result is reported. The model cannot decide to skip it.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retry count is bounded in code, not requested in the prompt.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State is </a:t>
            </a:r>
            <a:r>
              <a:rPr sz="1450" b="1">
                <a:solidFill>
                  <a:srgbClr val="AA1E1E"/>
                </a:solidFill>
                <a:latin typeface="Calibri"/>
              </a:rPr>
              <a:t>typed and inspectable</a:t>
            </a:r>
            <a:r>
              <a:rPr sz="1450" b="0">
                <a:solidFill>
                  <a:srgbClr val="1A1A1A"/>
                </a:solidFill>
                <a:latin typeface="Calibri"/>
              </a:rPr>
              <a:t> — you can log, checkpoint, and resume mid-run.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0">
                <a:solidFill>
                  <a:srgbClr val="1A1A1A"/>
                </a:solidFill>
                <a:latin typeface="Calibri"/>
              </a:rPr>
              <a:t>The control flow is a </a:t>
            </a:r>
            <a:r>
              <a:rPr sz="1450" b="1">
                <a:solidFill>
                  <a:srgbClr val="AA1E1E"/>
                </a:solidFill>
                <a:latin typeface="Calibri"/>
              </a:rPr>
              <a:t>diagram you can show a reviewer</a:t>
            </a:r>
            <a:r>
              <a:rPr sz="1450" b="0">
                <a:solidFill>
                  <a:srgbClr val="1A1A1A"/>
                </a:solidFill>
                <a:latin typeface="Calibri"/>
              </a:rPr>
              <a:t>, which matters when the answer feeds a design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32588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solve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246888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379476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468880"/>
            <a:ext cx="1691640" cy="50292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refine</a:t>
            </a:r>
          </a:p>
        </p:txBody>
      </p:sp>
      <p:cxnSp>
        <p:nvCxnSpPr>
          <p:cNvPr id="9" name="Connector 8"/>
          <p:cNvCxnSpPr>
            <a:stCxn id="5" idx="2"/>
            <a:endCxn id="6" idx="0"/>
          </p:cNvCxnSpPr>
          <p:nvPr/>
        </p:nvCxnSpPr>
        <p:spPr>
          <a:xfrm flipH="1">
            <a:off x="10126980" y="1828800"/>
            <a:ext cx="0" cy="64008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2"/>
            <a:endCxn id="7" idx="0"/>
          </p:cNvCxnSpPr>
          <p:nvPr/>
        </p:nvCxnSpPr>
        <p:spPr>
          <a:xfrm flipH="1">
            <a:off x="10126980" y="2971800"/>
            <a:ext cx="0" cy="82296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1"/>
            <a:endCxn id="8" idx="3"/>
          </p:cNvCxnSpPr>
          <p:nvPr/>
        </p:nvCxnSpPr>
        <p:spPr>
          <a:xfrm flipH="1" flipV="1">
            <a:off x="8503920" y="2720340"/>
            <a:ext cx="777240" cy="0"/>
          </a:xfrm>
          <a:prstGeom prst="line">
            <a:avLst/>
          </a:prstGeom>
          <a:ln w="15875">
            <a:solidFill>
              <a:srgbClr val="AA1E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58100" y="1572768"/>
            <a:ext cx="0" cy="896112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58100" y="1572768"/>
            <a:ext cx="162306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03920" y="22128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AA1E1E"/>
                </a:solidFill>
                <a:latin typeface="Calibri"/>
              </a:rP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105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E6E6E"/>
                </a:solidFill>
                <a:latin typeface="Calibri"/>
              </a:rPr>
              <a:t>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6E6E6E"/>
                </a:solidFill>
                <a:latin typeface="Calibri"/>
              </a:rPr>
              <a:t>Compare with the ReAct diagram: same boxes, but here the arrows are code. The model never sees them.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LangGraph — exemplar: solve → verify →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The problem:</a:t>
            </a:r>
            <a:r>
              <a:rPr sz="1600" b="0">
                <a:solidFill>
                  <a:srgbClr val="1A1A1A"/>
                </a:solidFill>
                <a:latin typeface="Calibri"/>
              </a:rPr>
              <a:t> you want an FEM result you can put in a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daily</a:t>
            </a:r>
            <a:r>
              <a:rPr sz="1600" b="0">
                <a:solidFill>
                  <a:srgbClr val="1A1A1A"/>
                </a:solidFill>
                <a:latin typeface="Calibri"/>
              </a:rPr>
              <a:t> report.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11057838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634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Who enforces it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Every reported result is verified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edge from solve to verify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At most 6 refinement attempts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router, in Python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 failed check loops back to solve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 conditional edge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You can see which nodes ran, in order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streamed path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3192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None of these should depend on what the model happens to decide on the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9834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Use a graph when the order of operations is a requirement.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3 — Conversational multi-agent (AutoGen)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the conversation owns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AutoGen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You define participants with distinct system prompts and let them talk. Control flow emerges from who speaks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57839" cy="3863467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autogen_agentchat.agents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AssistantAgent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autogen_agentchat.teams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RoundRobinGroupChat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from</a:t>
            </a:r>
            <a:r>
              <a:rPr sz="1150" i="0">
                <a:solidFill>
                  <a:srgbClr val="1A1A1A"/>
                </a:solidFill>
                <a:latin typeface="Consolas"/>
              </a:rPr>
              <a:t> autogen_agentchat.conditions </a:t>
            </a:r>
            <a:r>
              <a:rPr sz="11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150" i="0">
                <a:solidFill>
                  <a:srgbClr val="1A1A1A"/>
                </a:solidFill>
                <a:latin typeface="Consolas"/>
              </a:rPr>
              <a:t> TextMentionTermination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modeler = AssistantAgent(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"modeler"</a:t>
            </a:r>
            <a:r>
              <a:rPr sz="1150" i="0">
                <a:solidFill>
                  <a:srgbClr val="1A1A1A"/>
                </a:solidFill>
                <a:latin typeface="Consolas"/>
              </a:rPr>
              <a:t>, model_client=client,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system_message=</a:t>
            </a:r>
            <a:r>
              <a:rPr sz="1150" i="0">
                <a:solidFill>
                  <a:srgbClr val="8C3C14"/>
                </a:solidFill>
                <a:latin typeface="Consolas"/>
              </a:rPr>
              <a:t>"You propose discretizations. Be concrete and specific."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analyst = AssistantAgent(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"analyst"</a:t>
            </a:r>
            <a:r>
              <a:rPr sz="1150" i="0">
                <a:solidFill>
                  <a:srgbClr val="1A1A1A"/>
                </a:solidFill>
                <a:latin typeface="Consolas"/>
              </a:rPr>
              <a:t>, model_client=client,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system_message=</a:t>
            </a:r>
            <a:r>
              <a:rPr sz="1150" i="0">
                <a:solidFill>
                  <a:srgbClr val="8C3C14"/>
                </a:solidFill>
                <a:latin typeface="Consolas"/>
              </a:rPr>
              <a:t>""</a:t>
            </a:r>
            <a:r>
              <a:rPr sz="1150" i="0">
                <a:solidFill>
                  <a:srgbClr val="1A1A1A"/>
                </a:solidFill>
                <a:latin typeface="Consolas"/>
              </a:rPr>
              <a:t>"You are a numerical analyst. Challenge the modeler's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proposal on stability, conditioning, </a:t>
            </a:r>
            <a:r>
              <a:rPr sz="1150" i="0">
                <a:solidFill>
                  <a:srgbClr val="005AA0"/>
                </a:solidFill>
                <a:latin typeface="Consolas"/>
              </a:rPr>
              <a:t>and</a:t>
            </a:r>
            <a:r>
              <a:rPr sz="1150" i="0">
                <a:solidFill>
                  <a:srgbClr val="1A1A1A"/>
                </a:solidFill>
                <a:latin typeface="Consolas"/>
              </a:rPr>
              <a:t> convergence rate. Do </a:t>
            </a:r>
            <a:r>
              <a:rPr sz="1150" i="0">
                <a:solidFill>
                  <a:srgbClr val="005AA0"/>
                </a:solidFill>
                <a:latin typeface="Consolas"/>
              </a:rPr>
              <a:t>not</a:t>
            </a:r>
            <a:r>
              <a:rPr sz="1150" i="0">
                <a:solidFill>
                  <a:srgbClr val="1A1A1A"/>
                </a:solidFill>
                <a:latin typeface="Consolas"/>
              </a:rPr>
              <a:t> be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agreeable; your value is </a:t>
            </a:r>
            <a:r>
              <a:rPr sz="1150" i="0">
                <a:solidFill>
                  <a:srgbClr val="005AA0"/>
                </a:solidFill>
                <a:latin typeface="Consolas"/>
              </a:rPr>
              <a:t>in</a:t>
            </a:r>
            <a:r>
              <a:rPr sz="1150" i="0">
                <a:solidFill>
                  <a:srgbClr val="1A1A1A"/>
                </a:solidFill>
                <a:latin typeface="Consolas"/>
              </a:rPr>
              <a:t> the objection.</a:t>
            </a:r>
            <a:r>
              <a:rPr sz="1150" i="0">
                <a:solidFill>
                  <a:srgbClr val="8C3C14"/>
                </a:solidFill>
                <a:latin typeface="Consolas"/>
              </a:rPr>
              <a:t>""</a:t>
            </a:r>
            <a:r>
              <a:rPr sz="1150" i="0">
                <a:solidFill>
                  <a:srgbClr val="1A1A1A"/>
                </a:solidFill>
                <a:latin typeface="Consolas"/>
              </a:rPr>
              <a:t>")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critic = AssistantAgent(</a:t>
            </a:r>
            <a:r>
              <a:rPr sz="1150" i="0">
                <a:solidFill>
                  <a:srgbClr val="8C3C14"/>
                </a:solidFill>
                <a:latin typeface="Consolas"/>
              </a:rPr>
              <a:t>"critic"</a:t>
            </a:r>
            <a:r>
              <a:rPr sz="1150" i="0">
                <a:solidFill>
                  <a:srgbClr val="1A1A1A"/>
                </a:solidFill>
                <a:latin typeface="Consolas"/>
              </a:rPr>
              <a:t>, model_client=client,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system_message=</a:t>
            </a:r>
            <a:r>
              <a:rPr sz="1150" i="0">
                <a:solidFill>
                  <a:srgbClr val="8C3C14"/>
                </a:solidFill>
                <a:latin typeface="Consolas"/>
              </a:rPr>
              <a:t>"Judge the exchange. Say APPROVE only when convinced."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team = RoundRobinGroupChat([modeler, analyst, critic],</a:t>
            </a: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1A1A1A"/>
                </a:solidFill>
                <a:latin typeface="Consolas"/>
              </a:rPr>
              <a:t>    termination_condition=TextMentionTermination(</a:t>
            </a:r>
            <a:r>
              <a:rPr sz="1150" i="0">
                <a:solidFill>
                  <a:srgbClr val="8C3C14"/>
                </a:solidFill>
                <a:latin typeface="Consolas"/>
              </a:rPr>
              <a:t>"APPROVE"</a:t>
            </a:r>
            <a:r>
              <a:rPr sz="1150" i="0">
                <a:solidFill>
                  <a:srgbClr val="1A1A1A"/>
                </a:solidFill>
                <a:latin typeface="Consolas"/>
              </a:rPr>
              <a:t>))</a:t>
            </a:r>
          </a:p>
          <a:p>
            <a:pPr algn="l">
              <a:lnSpc>
                <a:spcPct val="106000"/>
              </a:lnSpc>
            </a:pPr>
            <a:endParaRPr sz="11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150" i="0">
                <a:solidFill>
                  <a:srgbClr val="005AA0"/>
                </a:solidFill>
                <a:latin typeface="Consolas"/>
              </a:rPr>
              <a:t>await</a:t>
            </a:r>
            <a:r>
              <a:rPr sz="1150" i="0">
                <a:solidFill>
                  <a:srgbClr val="1A1A1A"/>
                </a:solidFill>
                <a:latin typeface="Consolas"/>
              </a:rPr>
              <a:t> team.run(task=</a:t>
            </a:r>
            <a:r>
              <a:rPr sz="1150" i="0">
                <a:solidFill>
                  <a:srgbClr val="8C3C14"/>
                </a:solidFill>
                <a:latin typeface="Consolas"/>
              </a:rPr>
              <a:t>"Choose a discretization for advection-dominated flow."</a:t>
            </a:r>
            <a:r>
              <a:rPr sz="1150" i="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AutoGen — exemplar: the design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35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The problem:</a:t>
            </a:r>
            <a:r>
              <a:rPr sz="1500" b="0">
                <a:solidFill>
                  <a:srgbClr val="1A1A1A"/>
                </a:solidFill>
                <a:latin typeface="Calibri"/>
              </a:rPr>
              <a:t> choosing a discretization for an advection-dominated problem. There is no single correct answer, and the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reasoning</a:t>
            </a:r>
            <a:r>
              <a:rPr sz="1500" b="0">
                <a:solidFill>
                  <a:srgbClr val="1A1A1A"/>
                </a:solidFill>
                <a:latin typeface="Calibri"/>
              </a:rPr>
              <a:t> is the deliverable.</a:t>
            </a:r>
          </a:p>
          <a:p>
            <a:r>
              <a:rPr sz="700"/>
              <a:t> 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A single ReAct agent asked “pick a discretization” produces a confident paragraph with no adversarial pressure on it.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Three agents with </a:t>
            </a:r>
            <a:r>
              <a:rPr sz="1500" b="1">
                <a:solidFill>
                  <a:srgbClr val="AA1E1E"/>
                </a:solidFill>
                <a:latin typeface="Calibri"/>
              </a:rPr>
              <a:t>genuinely different objectives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propose, object, judge — produce a transcript in which the weaknesses are stated out loud.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The output is the argument, which a reviewer can audit faster than re-deriving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1A1A1A"/>
                </a:solidFill>
                <a:latin typeface="Calibri"/>
              </a:rPr>
              <a:t>Reach for conversation when </a:t>
            </a:r>
            <a:r>
              <a:rPr sz="1800" b="1">
                <a:solidFill>
                  <a:srgbClr val="AA1E1E"/>
                </a:solidFill>
                <a:latin typeface="Calibri"/>
              </a:rPr>
              <a:t>disagreement is the product</a:t>
            </a:r>
            <a:r>
              <a:rPr sz="18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892040"/>
            <a:ext cx="11057839" cy="7406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One caution: agreement between agents is weak evidence, since they share a training corpus and a tendency to agree. Giving each role a different tool helps far more than giving it a different adjective.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4 — MPC-style planning</a:t>
            </a:r>
          </a:p>
          <a:p>
            <a:pPr algn="ctr">
              <a:spcBef>
                <a:spcPts val="1000"/>
              </a:spcBef>
            </a:pPr>
            <a:r>
              <a:rPr sz="1700" b="0">
                <a:solidFill>
                  <a:srgbClr val="6E6E6E"/>
                </a:solidFill>
                <a:latin typeface="Calibri"/>
              </a:rPr>
              <a:t>a simulator owns control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the idea, borrowed from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Model Predictive Control, as you already know it: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state sₜ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plan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N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59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simulate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forward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599" y="17830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FAEDE0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alibri"/>
              </a:rPr>
              <a:t>act</a:t>
            </a:r>
          </a:p>
          <a:p>
            <a:pPr algn="ctr"/>
            <a:r>
              <a:rPr sz="1150" b="0">
                <a:solidFill>
                  <a:srgbClr val="6E6E6E"/>
                </a:solidFill>
                <a:latin typeface="Calibri"/>
              </a:rPr>
              <a:t>first step only</a:t>
            </a:r>
          </a:p>
        </p:txBody>
      </p:sp>
      <p:cxnSp>
        <p:nvCxnSpPr>
          <p:cNvPr id="9" name="Connector 8"/>
          <p:cNvCxnSpPr>
            <a:stCxn id="5" idx="3"/>
            <a:endCxn id="6" idx="1"/>
          </p:cNvCxnSpPr>
          <p:nvPr/>
        </p:nvCxnSpPr>
        <p:spPr>
          <a:xfrm flipV="1">
            <a:off x="3200400" y="2217420"/>
            <a:ext cx="5029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6" idx="3"/>
            <a:endCxn id="7" idx="1"/>
          </p:cNvCxnSpPr>
          <p:nvPr/>
        </p:nvCxnSpPr>
        <p:spPr>
          <a:xfrm flipV="1">
            <a:off x="6035040" y="2217420"/>
            <a:ext cx="502919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3"/>
            <a:endCxn id="8" idx="1"/>
          </p:cNvCxnSpPr>
          <p:nvPr/>
        </p:nvCxnSpPr>
        <p:spPr>
          <a:xfrm flipV="1">
            <a:off x="8869679" y="2217420"/>
            <a:ext cx="5029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538459" y="2651760"/>
            <a:ext cx="0" cy="530352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034539" y="3182112"/>
            <a:ext cx="8503920" cy="0"/>
          </a:xfrm>
          <a:prstGeom prst="line">
            <a:avLst/>
          </a:prstGeom>
          <a:ln w="15875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34539" y="2651760"/>
            <a:ext cx="0" cy="530352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323697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Calibri"/>
              </a:rPr>
              <a:t>re-plan from the new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94760"/>
            <a:ext cx="11057839" cy="1377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agentic version swaps one box: </a:t>
            </a:r>
            <a:r>
              <a:rPr sz="1500" b="1">
                <a:solidFill>
                  <a:srgbClr val="AA1E1E"/>
                </a:solidFill>
                <a:latin typeface="Calibri"/>
              </a:rPr>
              <a:t>the LLM proposes the candidate plans</a:t>
            </a:r>
            <a:r>
              <a:rPr sz="1500" b="0">
                <a:solidFill>
                  <a:srgbClr val="1A1A1A"/>
                </a:solidFill>
                <a:latin typeface="Calibri"/>
              </a:rPr>
              <a:t>, and the simulator — not the LLM — ranks them.</a:t>
            </a:r>
          </a:p>
          <a:p>
            <a:r>
              <a:rPr sz="700"/>
              <a:t> 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The LLM proposes plausible candidates from context.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The simulator scores them against the forward model.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You commit only to the highest-ranking action, then re-plan with real feedback.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No library needed. The pattern is the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57839" cy="2938907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state = initial_state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for</a:t>
            </a:r>
            <a:r>
              <a:rPr sz="1250" i="0">
                <a:solidFill>
                  <a:srgbClr val="1A1A1A"/>
                </a:solidFill>
                <a:latin typeface="Consolas"/>
              </a:rPr>
              <a:t> t </a:t>
            </a:r>
            <a:r>
              <a:rPr sz="1250" i="0">
                <a:solidFill>
                  <a:srgbClr val="005AA0"/>
                </a:solidFill>
                <a:latin typeface="Consolas"/>
              </a:rPr>
              <a:t>in</a:t>
            </a:r>
            <a:r>
              <a:rPr sz="1250" i="0">
                <a:solidFill>
                  <a:srgbClr val="1A1A1A"/>
                </a:solidFill>
                <a:latin typeface="Consolas"/>
              </a:rPr>
              <a:t> range(horizon):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1. LLM proposes N candidate action sequences (cheap, creative)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plans = llm_propose(state, history, n_candidates=5, lookahead=3)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2. The *simulator* scores each one (trusted, not creative)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scores = [world_model.rollout(state, plan) </a:t>
            </a:r>
            <a:r>
              <a:rPr sz="1250" i="0">
                <a:solidFill>
                  <a:srgbClr val="005AA0"/>
                </a:solidFill>
                <a:latin typeface="Consolas"/>
              </a:rPr>
              <a:t>for</a:t>
            </a:r>
            <a:r>
              <a:rPr sz="1250" i="0">
                <a:solidFill>
                  <a:srgbClr val="1A1A1A"/>
                </a:solidFill>
                <a:latin typeface="Consolas"/>
              </a:rPr>
              <a:t> plan </a:t>
            </a:r>
            <a:r>
              <a:rPr sz="1250" i="0">
                <a:solidFill>
                  <a:srgbClr val="005AA0"/>
                </a:solidFill>
                <a:latin typeface="Consolas"/>
              </a:rPr>
              <a:t>in</a:t>
            </a:r>
            <a:r>
              <a:rPr sz="1250" i="0">
                <a:solidFill>
                  <a:srgbClr val="1A1A1A"/>
                </a:solidFill>
                <a:latin typeface="Consolas"/>
              </a:rPr>
              <a:t> plans]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3. Commit to the first action of the best plan only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best = plans[argmax(scores)]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state = env.step(best[0])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&lt;- the only real action taken</a:t>
            </a:r>
          </a:p>
          <a:p>
            <a:pPr algn="l">
              <a:lnSpc>
                <a:spcPct val="106000"/>
              </a:lnSpc>
            </a:pPr>
            <a:endParaRPr sz="125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4. Re-plan from the new state (closes the loop on reality)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6024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The LLM does not choose which plan is best. It generates candidates; the forward model ranks them.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exemplar: black-box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39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The problem:</a:t>
            </a:r>
            <a:r>
              <a:rPr sz="1500" b="0">
                <a:solidFill>
                  <a:srgbClr val="1A1A1A"/>
                </a:solidFill>
                <a:latin typeface="Calibri"/>
              </a:rPr>
              <a:t> find the launch angle maximizing range for a projectile under quadratic drag. The agent sees only </a:t>
            </a:r>
            <a:r>
              <a:rPr sz="1350" b="0">
                <a:solidFill>
                  <a:srgbClr val="1A1A1A"/>
                </a:solidFill>
                <a:latin typeface="Consolas"/>
              </a:rPr>
              <a:t>evaluate(angle)</a:t>
            </a:r>
            <a:r>
              <a:rPr sz="15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11057839" cy="70180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350" i="0">
                <a:solidFill>
                  <a:srgbClr val="1A1A1A"/>
                </a:solidFill>
                <a:latin typeface="Consolas"/>
              </a:rPr>
              <a:t>x</a:t>
            </a:r>
            <a:r>
              <a:rPr sz="1350" i="0">
                <a:solidFill>
                  <a:srgbClr val="8C3C14"/>
                </a:solidFill>
                <a:latin typeface="Consolas"/>
              </a:rPr>
              <a:t>''</a:t>
            </a:r>
            <a:r>
              <a:rPr sz="1350" i="0">
                <a:solidFill>
                  <a:srgbClr val="1A1A1A"/>
                </a:solidFill>
                <a:latin typeface="Consolas"/>
              </a:rPr>
              <a:t> = -c_d |v| x</a:t>
            </a:r>
            <a:r>
              <a:rPr sz="1350" i="0">
                <a:solidFill>
                  <a:srgbClr val="8C3C14"/>
                </a:solidFill>
                <a:latin typeface="Consolas"/>
              </a:rPr>
              <a:t>'          y'' = -g - c_d |v| y'</a:t>
            </a:r>
          </a:p>
          <a:p>
            <a:pPr algn="l">
              <a:lnSpc>
                <a:spcPct val="106000"/>
              </a:lnSpc>
            </a:pPr>
            <a:r>
              <a:rPr sz="1350" i="0">
                <a:solidFill>
                  <a:srgbClr val="1A1A1A"/>
                </a:solidFill>
                <a:latin typeface="Consolas"/>
              </a:rPr>
              <a:t>v0 = 50 m/s      c_d = 0.01 1/m      g = 9.81 m/s^2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88920"/>
            <a:ext cx="11057839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Without drag the optimum is 45°. With drag it drops to about 38°, so the obvious first guess is close but wrong.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Every </a:t>
            </a:r>
            <a:r>
              <a:rPr sz="1350" b="0">
                <a:solidFill>
                  <a:srgbClr val="1A1A1A"/>
                </a:solidFill>
                <a:latin typeface="Consolas"/>
              </a:rPr>
              <a:t>evaluate</a:t>
            </a:r>
            <a:r>
              <a:rPr sz="1500" b="0">
                <a:solidFill>
                  <a:srgbClr val="1A1A1A"/>
                </a:solidFill>
                <a:latin typeface="Calibri"/>
              </a:rPr>
              <a:t> call is a real ODE integration — the thing we are budgeting.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We treat this as an oracle the LLM can’t see inside.</a:t>
            </a:r>
            <a:endParaRPr sz="1500" b="0">
              <a:solidFill>
                <a:srgbClr val="1A1A1A"/>
              </a:solidFill>
              <a:latin typeface="Calibri"/>
            </a:endParaRP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We have a </a:t>
            </a:r>
            <a:r>
              <a:rPr sz="1500" b="1">
                <a:solidFill>
                  <a:srgbClr val="AA1E1E"/>
                </a:solidFill>
                <a:latin typeface="Calibri"/>
              </a:rPr>
              <a:t>cheap, trusted forward model</a:t>
            </a:r>
            <a:r>
              <a:rPr sz="1500" b="0">
                <a:solidFill>
                  <a:srgbClr val="1A1A1A"/>
                </a:solidFill>
                <a:latin typeface="Calibri"/>
              </a:rPr>
              <a:t>: a surrogate fitted to what we have seen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by fitting a polynomial to observations.</a:t>
            </a:r>
            <a:endParaRPr sz="1500" b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443484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In the notebook the LLM proposes candidate angles and a quadratic surrogate decides which one is worth a real simulation.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074920"/>
            <a:ext cx="11057839" cy="5257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The budget is ten evaluations, three of which are seed points.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MPC — when it wins, and when it doesn’t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40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5486400" cy="163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Reach for MPC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A wrong action is </a:t>
            </a:r>
            <a:r>
              <a:rPr sz="1400" b="1">
                <a:solidFill>
                  <a:srgbClr val="AA1E1E"/>
                </a:solidFill>
                <a:latin typeface="Calibri"/>
              </a:rPr>
              <a:t>expensive or irreversible</a:t>
            </a:r>
            <a:r>
              <a:rPr sz="1400" b="0">
                <a:solidFill>
                  <a:srgbClr val="1A1A1A"/>
                </a:solidFill>
                <a:latin typeface="Calibri"/>
              </a:rPr>
              <a:t> — burning budget, committing a mesh, running an experiment.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You have a </a:t>
            </a:r>
            <a:r>
              <a:rPr sz="1400" b="1">
                <a:solidFill>
                  <a:srgbClr val="AA1E1E"/>
                </a:solidFill>
                <a:latin typeface="Calibri"/>
              </a:rPr>
              <a:t>cheap forward model you trust</a:t>
            </a:r>
            <a:r>
              <a:rPr sz="1400" b="0">
                <a:solidFill>
                  <a:srgbClr val="1A1A1A"/>
                </a:solidFill>
                <a:latin typeface="Calibri"/>
              </a:rPr>
              <a:t> more than the LLM.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lang="en-US" sz="1400" b="0">
                <a:solidFill>
                  <a:srgbClr val="1A1A1A"/>
                </a:solidFill>
                <a:latin typeface="Calibri"/>
              </a:rPr>
              <a:t>The system is non-Markovian</a:t>
            </a:r>
            <a:r>
              <a:rPr sz="1400" b="0">
                <a:solidFill>
                  <a:srgbClr val="1A1A1A"/>
                </a:solidFill>
                <a:latin typeface="Calibri"/>
              </a:rPr>
              <a:t>, so looking 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N</a:t>
            </a:r>
            <a:r>
              <a:rPr sz="1400" b="0">
                <a:solidFill>
                  <a:srgbClr val="1A1A1A"/>
                </a:solidFill>
                <a:latin typeface="Calibri"/>
              </a:rPr>
              <a:t> steps ahead genuinely differs from looking one step ahead.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078992"/>
            <a:ext cx="5257800" cy="18543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Don’t bother when: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Simulating a plan costs about what executing it costs — then just execute and observe.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You have no forward model. Scoring candidates with the same LLM that proposed them costs more without adding information.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00" b="0">
                <a:solidFill>
                  <a:srgbClr val="1A1A1A"/>
                </a:solidFill>
                <a:latin typeface="Calibri"/>
              </a:rPr>
              <a:t>The problem is small and smooth, where </a:t>
            </a:r>
            <a:r>
              <a:rPr lang="en-US" sz="1400" b="0">
                <a:solidFill>
                  <a:srgbClr val="1A1A1A"/>
                </a:solidFill>
                <a:latin typeface="Calibri"/>
              </a:rPr>
              <a:t>the simulation provides a better result without adding AI slop on top of it.</a:t>
            </a:r>
            <a:endParaRPr sz="1400" b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4892040"/>
            <a:ext cx="11057839" cy="7406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6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46304" bIns="82296" rtlCol="0" anchor="ctr"/>
          <a:lstStyle/>
          <a:p>
            <a:pPr algn="l"/>
            <a:r>
              <a:rPr sz="1350" b="1">
                <a:solidFill>
                  <a:srgbClr val="1A1A1A"/>
                </a:solidFill>
                <a:latin typeface="Calibri"/>
              </a:rPr>
              <a:t>For this projectile, scipy.optimize.minimize_scalar finds the same optimum with no model at all. Worth checking before reaching for an agent.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Pattern 5 — MCP</a:t>
            </a:r>
          </a:p>
          <a:p>
            <a:pPr algn="ctr">
              <a:spcBef>
                <a:spcPts val="1000"/>
              </a:spcBef>
            </a:pPr>
            <a:r>
              <a:rPr lang="en-US" sz="1700">
                <a:solidFill>
                  <a:srgbClr val="6E6E6E"/>
                </a:solidFill>
                <a:latin typeface="Calibri"/>
              </a:rPr>
              <a:t>a</a:t>
            </a:r>
            <a:r>
              <a:rPr lang="en-US" sz="1700" b="0">
                <a:solidFill>
                  <a:srgbClr val="6E6E6E"/>
                </a:solidFill>
                <a:latin typeface="Calibri"/>
              </a:rPr>
              <a:t> protocol for encapsulating simulators, experiments and other resources</a:t>
            </a:r>
            <a:endParaRPr sz="1700" b="0">
              <a:solidFill>
                <a:srgbClr val="6E6E6E"/>
              </a:solidFill>
              <a:latin typeface="Calibri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MCP — </a:t>
            </a:r>
            <a:r>
              <a:rPr lang="en-US" sz="2500" b="1">
                <a:solidFill>
                  <a:srgbClr val="1A1A1A"/>
                </a:solidFill>
                <a:latin typeface="Calibri"/>
              </a:rPr>
              <a:t>Model Context Protocol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42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So far, every tool has been a Python function in the same process as the loop. 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For complex systems, resources may be non-</a:t>
            </a:r>
            <a:r>
              <a:rPr lang="en-US" sz="1500" b="0" err="1">
                <a:solidFill>
                  <a:srgbClr val="1A1A1A"/>
                </a:solidFill>
                <a:latin typeface="Calibri"/>
              </a:rPr>
              <a:t>colocated</a:t>
            </a:r>
            <a:r>
              <a:rPr sz="1500" b="0">
                <a:solidFill>
                  <a:srgbClr val="1A1A1A"/>
                </a:solidFill>
                <a:latin typeface="Calibri"/>
              </a:rPr>
              <a:t>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Your solver is:</a:t>
            </a:r>
            <a:r>
              <a:rPr sz="1500" b="0">
                <a:solidFill>
                  <a:srgbClr val="1A1A1A"/>
                </a:solidFill>
                <a:latin typeface="Calibri"/>
              </a:rPr>
              <a:t> a compiled binary. On a cluster. Behind a scheduler. Written by someone else, in Fortran, in 1994. Licensed per seat.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2240280"/>
            <a:ext cx="1417320" cy="201168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500" b="1">
                <a:solidFill>
                  <a:srgbClr val="1A1A1A"/>
                </a:solidFill>
                <a:latin typeface="Calibri"/>
              </a:rPr>
              <a:t>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2402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ReAct agent</a:t>
            </a:r>
          </a:p>
        </p:txBody>
      </p:sp>
      <p:cxnSp>
        <p:nvCxnSpPr>
          <p:cNvPr id="7" name="Connector 6"/>
          <p:cNvCxnSpPr>
            <a:stCxn id="6" idx="3"/>
            <a:endCxn id="5" idx="1"/>
          </p:cNvCxnSpPr>
          <p:nvPr/>
        </p:nvCxnSpPr>
        <p:spPr>
          <a:xfrm>
            <a:off x="3566160" y="251460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417320" y="297180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LangGraph app</a:t>
            </a:r>
          </a:p>
        </p:txBody>
      </p:sp>
      <p:cxnSp>
        <p:nvCxnSpPr>
          <p:cNvPr id="9" name="Connector 8"/>
          <p:cNvCxnSpPr>
            <a:stCxn id="8" idx="3"/>
            <a:endCxn id="5" idx="1"/>
          </p:cNvCxnSpPr>
          <p:nvPr/>
        </p:nvCxnSpPr>
        <p:spPr>
          <a:xfrm flipV="1">
            <a:off x="3566160" y="3246120"/>
            <a:ext cx="18745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17320" y="370332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Claude / IDE</a:t>
            </a:r>
          </a:p>
        </p:txBody>
      </p:sp>
      <p:cxnSp>
        <p:nvCxnSpPr>
          <p:cNvPr id="11" name="Connector 10"/>
          <p:cNvCxnSpPr>
            <a:stCxn id="10" idx="3"/>
            <a:endCxn id="5" idx="1"/>
          </p:cNvCxnSpPr>
          <p:nvPr/>
        </p:nvCxnSpPr>
        <p:spPr>
          <a:xfrm flipV="1">
            <a:off x="3566160" y="324612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32520" y="224028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mesh server</a:t>
            </a:r>
          </a:p>
        </p:txBody>
      </p:sp>
      <p:cxnSp>
        <p:nvCxnSpPr>
          <p:cNvPr id="13" name="Connector 12"/>
          <p:cNvCxnSpPr>
            <a:stCxn id="5" idx="3"/>
            <a:endCxn id="12" idx="1"/>
          </p:cNvCxnSpPr>
          <p:nvPr/>
        </p:nvCxnSpPr>
        <p:spPr>
          <a:xfrm flipV="1">
            <a:off x="6858000" y="251460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297180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solver server</a:t>
            </a:r>
          </a:p>
        </p:txBody>
      </p:sp>
      <p:cxnSp>
        <p:nvCxnSpPr>
          <p:cNvPr id="15" name="Connector 14"/>
          <p:cNvCxnSpPr>
            <a:stCxn id="5" idx="3"/>
            <a:endCxn id="14" idx="1"/>
          </p:cNvCxnSpPr>
          <p:nvPr/>
        </p:nvCxnSpPr>
        <p:spPr>
          <a:xfrm flipV="1">
            <a:off x="6858000" y="3246120"/>
            <a:ext cx="1874520" cy="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32520" y="370332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E6F2E6"/>
          </a:solidFill>
          <a:ln w="12700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lang="en-US" sz="1150" b="0">
                <a:solidFill>
                  <a:srgbClr val="1A1A1A"/>
                </a:solidFill>
                <a:latin typeface="Calibri"/>
              </a:rPr>
              <a:t>3D printing</a:t>
            </a:r>
            <a:r>
              <a:rPr sz="1150" b="0">
                <a:solidFill>
                  <a:srgbClr val="1A1A1A"/>
                </a:solidFill>
                <a:latin typeface="Calibri"/>
              </a:rPr>
              <a:t> server</a:t>
            </a:r>
          </a:p>
        </p:txBody>
      </p:sp>
      <p:cxnSp>
        <p:nvCxnSpPr>
          <p:cNvPr id="17" name="Connector 16"/>
          <p:cNvCxnSpPr>
            <a:stCxn id="5" idx="3"/>
            <a:endCxn id="16" idx="1"/>
          </p:cNvCxnSpPr>
          <p:nvPr/>
        </p:nvCxnSpPr>
        <p:spPr>
          <a:xfrm>
            <a:off x="6858000" y="3246120"/>
            <a:ext cx="1874520" cy="731520"/>
          </a:xfrm>
          <a:prstGeom prst="line">
            <a:avLst/>
          </a:prstGeom>
          <a:ln w="15875">
            <a:solidFill>
              <a:srgbClr val="6E6E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4709160"/>
            <a:ext cx="11057839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MCP standardizes the contract between the two sides: </a:t>
            </a:r>
            <a:r>
              <a:rPr sz="1500" b="1">
                <a:solidFill>
                  <a:srgbClr val="AA1E1E"/>
                </a:solidFill>
                <a:latin typeface="Calibri"/>
              </a:rPr>
              <a:t>write your solver’s tool surface once</a:t>
            </a:r>
            <a:r>
              <a:rPr sz="1500" b="0">
                <a:solidFill>
                  <a:srgbClr val="1A1A1A"/>
                </a:solidFill>
                <a:latin typeface="Calibri"/>
              </a:rPr>
              <a:t>, and any MCP-speaking client can drive it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. This is argued by some to be the equivalent of publishing </a:t>
            </a:r>
            <a:r>
              <a:rPr lang="en-US" sz="1500" b="0" err="1">
                <a:solidFill>
                  <a:srgbClr val="1A1A1A"/>
                </a:solidFill>
                <a:latin typeface="Calibri"/>
              </a:rPr>
              <a:t>Github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code alongside a paper ten years ago – if you build an MCP server you can ensure that your tool can be driven by an LLM.</a:t>
            </a:r>
            <a:endParaRPr sz="150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MCP —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43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Server side: decorate the functions you want to expose.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11057839" cy="355803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from </a:t>
            </a:r>
            <a:r>
              <a:rPr sz="1250" i="0">
                <a:solidFill>
                  <a:srgbClr val="1A1A1A"/>
                </a:solidFill>
                <a:latin typeface="Consolas"/>
              </a:rPr>
              <a:t>mcp.server.mcpserver </a:t>
            </a:r>
            <a:r>
              <a:rPr sz="1250" i="0">
                <a:solidFill>
                  <a:srgbClr val="005AA0"/>
                </a:solidFill>
                <a:latin typeface="Consolas"/>
              </a:rPr>
              <a:t>import </a:t>
            </a:r>
            <a:r>
              <a:rPr sz="1250" i="0">
                <a:solidFill>
                  <a:srgbClr val="1A1A1A"/>
                </a:solidFill>
                <a:latin typeface="Consolas"/>
              </a:rPr>
              <a:t>MCPServer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mcp = MCPServer(name=</a:t>
            </a:r>
            <a:r>
              <a:rPr sz="1250" i="0">
                <a:solidFill>
                  <a:srgbClr val="8C3C14"/>
                </a:solidFill>
                <a:latin typeface="Consolas"/>
              </a:rPr>
              <a:t>"fem-tools"</a:t>
            </a:r>
            <a:r>
              <a:rPr sz="1250" i="0">
                <a:solidFill>
                  <a:srgbClr val="1A1A1A"/>
                </a:solidFill>
                <a:latin typeface="Consolas"/>
              </a:rPr>
              <a:t>)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@mcp.tool()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solve_poisson(mesh_id: int) -&gt; dict: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8C3C14"/>
                </a:solidFill>
                <a:latin typeface="Consolas"/>
              </a:rPr>
              <a:t>"""Solve -Laplacian(u) = 1 with u=0 on the boundary."""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u, basis = solve_poisson_on(MESH_REGISTRY[mesh_id])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50" i="0">
                <a:solidFill>
                  <a:srgbClr val="1A1A1A"/>
                </a:solidFill>
                <a:latin typeface="Consolas"/>
              </a:rPr>
              <a:t> {</a:t>
            </a:r>
            <a:r>
              <a:rPr sz="1250" i="0">
                <a:solidFill>
                  <a:srgbClr val="8C3C14"/>
                </a:solidFill>
                <a:latin typeface="Consolas"/>
              </a:rPr>
              <a:t>"dofs"</a:t>
            </a:r>
            <a:r>
              <a:rPr sz="1250" i="0">
                <a:solidFill>
                  <a:srgbClr val="1A1A1A"/>
                </a:solidFill>
                <a:latin typeface="Consolas"/>
              </a:rPr>
              <a:t>: int(basis.N), </a:t>
            </a:r>
            <a:r>
              <a:rPr sz="1250" i="0">
                <a:solidFill>
                  <a:srgbClr val="8C3C14"/>
                </a:solidFill>
                <a:latin typeface="Consolas"/>
              </a:rPr>
              <a:t>"H1_error"</a:t>
            </a:r>
            <a:r>
              <a:rPr sz="1250" i="0">
                <a:solidFill>
                  <a:srgbClr val="1A1A1A"/>
                </a:solidFill>
                <a:latin typeface="Consolas"/>
              </a:rPr>
              <a:t>: h1_error(...)}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@mcp.tool()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refine_by_threshold(mesh_id: int, theta: float = 0.5) -&gt; dict: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8C3C14"/>
                </a:solidFill>
                <a:latin typeface="Consolas"/>
              </a:rPr>
              <a:t>"""Doerfler-mark and refine. theta in (0,1)."""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...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mcp.run(transport=</a:t>
            </a:r>
            <a:r>
              <a:rPr sz="1250" i="0">
                <a:solidFill>
                  <a:srgbClr val="8C3C14"/>
                </a:solidFill>
                <a:latin typeface="Consolas"/>
              </a:rPr>
              <a:t>"stdio"</a:t>
            </a:r>
            <a:r>
              <a:rPr sz="1250" i="0">
                <a:solidFill>
                  <a:srgbClr val="1A1A1A"/>
                </a:solidFill>
                <a:latin typeface="Consolas"/>
              </a:rPr>
              <a:t>)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or "streamable-http"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7" y="520395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type hints and docstrings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become</a:t>
            </a:r>
            <a:r>
              <a:rPr sz="1500" b="0">
                <a:solidFill>
                  <a:srgbClr val="1A1A1A"/>
                </a:solidFill>
                <a:latin typeface="Calibri"/>
              </a:rPr>
              <a:t> the JSON schema. Notice this is the same information as the “what a tool is” slide — MCP does not change what a tool is, only </a:t>
            </a:r>
            <a:r>
              <a:rPr lang="en-US" sz="1500" b="1">
                <a:solidFill>
                  <a:srgbClr val="AA1E1E"/>
                </a:solidFill>
                <a:latin typeface="Calibri"/>
              </a:rPr>
              <a:t>how</a:t>
            </a:r>
            <a:r>
              <a:rPr sz="1500" b="1">
                <a:solidFill>
                  <a:srgbClr val="AA1E1E"/>
                </a:solidFill>
                <a:latin typeface="Calibri"/>
              </a:rPr>
              <a:t> </a:t>
            </a:r>
            <a:r>
              <a:rPr lang="en-US" sz="1500" b="1">
                <a:solidFill>
                  <a:srgbClr val="AA1E1E"/>
                </a:solidFill>
                <a:latin typeface="Calibri"/>
              </a:rPr>
              <a:t>it can be accessed by an LLM.</a:t>
            </a:r>
            <a:endParaRPr sz="150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Choosing: a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44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80160"/>
          <a:ext cx="11057838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0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If this is true of your problem…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start here</a:t>
                      </a:r>
                    </a:p>
                  </a:txBody>
                  <a:tcPr marL="82296" marR="54864" marT="27432" marB="27432" anchor="ctr">
                    <a:solidFill>
                      <a:srgbClr val="EC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 can’t specify the procedure in advance, and mistakes are cheap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ReAct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Something must </a:t>
                      </a:r>
                      <a:r>
                        <a:rPr sz="1400" b="0" i="1">
                          <a:solidFill>
                            <a:srgbClr val="1A1A1A"/>
                          </a:solidFill>
                          <a:latin typeface="Calibri"/>
                        </a:rPr>
                        <a:t>always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 happen (verify, log, approve), or a human signs off on the result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roles need different tools and different incentives, and I want the disagreement on record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AutoGen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Actions are expensive or irreversible, and I own a forward model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MPC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My tools live in another process, language, or machine — or others need to reuse them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MCP</a:t>
                      </a:r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 (with any of the above)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651760"/>
            <a:ext cx="110578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Calibri"/>
              </a:rPr>
              <a:t>Scientific computing
as a tool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394960" y="2395728"/>
            <a:ext cx="1399032" cy="0"/>
          </a:xfrm>
          <a:prstGeom prst="line">
            <a:avLst/>
          </a:prstGeom>
          <a:ln w="31750">
            <a:solidFill>
              <a:srgbClr val="AA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scikit-fem: the whole workflow in 30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46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11057839" cy="4177157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from</a:t>
            </a:r>
            <a:r>
              <a:rPr sz="1250" i="0">
                <a:solidFill>
                  <a:srgbClr val="1A1A1A"/>
                </a:solidFill>
                <a:latin typeface="Consolas"/>
              </a:rPr>
              <a:t> skfem </a:t>
            </a:r>
            <a:r>
              <a:rPr sz="12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250" i="0">
                <a:solidFill>
                  <a:srgbClr val="1A1A1A"/>
                </a:solidFill>
                <a:latin typeface="Consolas"/>
              </a:rPr>
              <a:t> *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from</a:t>
            </a:r>
            <a:r>
              <a:rPr sz="1250" i="0">
                <a:solidFill>
                  <a:srgbClr val="1A1A1A"/>
                </a:solidFill>
                <a:latin typeface="Consolas"/>
              </a:rPr>
              <a:t> skfem.helpers </a:t>
            </a:r>
            <a:r>
              <a:rPr sz="1250" i="0">
                <a:solidFill>
                  <a:srgbClr val="005AA0"/>
                </a:solidFill>
                <a:latin typeface="Consolas"/>
              </a:rPr>
              <a:t>import</a:t>
            </a:r>
            <a:r>
              <a:rPr sz="1250" i="0">
                <a:solidFill>
                  <a:srgbClr val="1A1A1A"/>
                </a:solidFill>
                <a:latin typeface="Consolas"/>
              </a:rPr>
              <a:t> dot, grad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@BilinearForm     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weak form:  a(u,v) = int grad u . grad v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stiffness(u, v, w):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50" i="0">
                <a:solidFill>
                  <a:srgbClr val="1A1A1A"/>
                </a:solidFill>
                <a:latin typeface="Consolas"/>
              </a:rPr>
              <a:t> dot(grad(u), grad(v))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@LinearForm       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load:       L(v)   = int 1 * v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005AA0"/>
                </a:solidFill>
                <a:latin typeface="Consolas"/>
              </a:rPr>
              <a:t>def</a:t>
            </a:r>
            <a:r>
              <a:rPr sz="1250" i="0">
                <a:solidFill>
                  <a:srgbClr val="1A1A1A"/>
                </a:solidFill>
                <a:latin typeface="Consolas"/>
              </a:rPr>
              <a:t> unit_load(v, w):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    </a:t>
            </a:r>
            <a:r>
              <a:rPr sz="125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50" i="0">
                <a:solidFill>
                  <a:srgbClr val="1A1A1A"/>
                </a:solidFill>
                <a:latin typeface="Consolas"/>
              </a:rPr>
              <a:t> 1.0 * v</a:t>
            </a:r>
          </a:p>
          <a:p>
            <a:pPr algn="l">
              <a:lnSpc>
                <a:spcPct val="106000"/>
              </a:lnSpc>
            </a:pPr>
            <a:endParaRPr sz="125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mesh  = MeshTri.init_lshaped().refined(2)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"CAD" + mesh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basis = Basis(mesh, ElementTriP1())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discretization</a:t>
            </a:r>
          </a:p>
          <a:p>
            <a:pPr algn="l">
              <a:lnSpc>
                <a:spcPct val="106000"/>
              </a:lnSpc>
            </a:pPr>
            <a:endParaRPr sz="125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K = stiffness.assemble(basis)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assemble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b = unit_load.assemble(basis)</a:t>
            </a: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u = solve(*condense(K, b, D=mesh.boundary_nodes()))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solve</a:t>
            </a:r>
          </a:p>
          <a:p>
            <a:pPr algn="l">
              <a:lnSpc>
                <a:spcPct val="106000"/>
              </a:lnSpc>
            </a:pPr>
            <a:endParaRPr sz="1250" i="1">
              <a:solidFill>
                <a:srgbClr val="787878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50" i="0">
                <a:solidFill>
                  <a:srgbClr val="1A1A1A"/>
                </a:solidFill>
                <a:latin typeface="Consolas"/>
              </a:rPr>
              <a:t>mesh.draw(); basis.plot(u)                     </a:t>
            </a:r>
            <a:r>
              <a:rPr sz="1250" i="1">
                <a:solidFill>
                  <a:srgbClr val="787878"/>
                </a:solidFill>
                <a:latin typeface="Consolas"/>
              </a:rPr>
              <a:t>#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0"/>
            <a:ext cx="1105783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lang="en-US" sz="1400" b="0">
                <a:solidFill>
                  <a:srgbClr val="1A1A1A"/>
                </a:solidFill>
                <a:latin typeface="Calibri"/>
              </a:rPr>
              <a:t>We use scikit-fem because it is pip-installable in Colab and has a compact FEniCS-like syntax that is accessible without any complicated build process.</a:t>
            </a:r>
            <a:endParaRPr sz="1400" b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Re-cutting the workflow as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47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The agent cannot hold a </a:t>
            </a:r>
            <a:r>
              <a:rPr sz="1400" b="0">
                <a:solidFill>
                  <a:srgbClr val="1A1A1A"/>
                </a:solidFill>
                <a:latin typeface="Consolas"/>
              </a:rPr>
              <a:t>MeshTri</a:t>
            </a:r>
            <a:r>
              <a:rPr sz="1550" b="0">
                <a:solidFill>
                  <a:srgbClr val="1A1A1A"/>
                </a:solidFill>
                <a:latin typeface="Calibri"/>
              </a:rPr>
              <a:t> object. It can hold an integer.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11057839" cy="3227832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8016" tIns="128016" rIns="73152" bIns="128016" rtlCol="0" anchor="t"/>
          <a:lstStyle/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MESH_REGISTRY = {}           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int -&gt; mesh.  The agent sees only the int.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NEXT_ID = [0]</a:t>
            </a:r>
          </a:p>
          <a:p>
            <a:pPr algn="l">
              <a:lnSpc>
                <a:spcPct val="106000"/>
              </a:lnSpc>
            </a:pPr>
            <a:endParaRPr sz="120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005AA0"/>
                </a:solidFill>
                <a:latin typeface="Consolas"/>
              </a:rPr>
              <a:t>def</a:t>
            </a:r>
            <a:r>
              <a:rPr sz="1200" i="0">
                <a:solidFill>
                  <a:srgbClr val="1A1A1A"/>
                </a:solidFill>
                <a:latin typeface="Consolas"/>
              </a:rPr>
              <a:t> _register(mesh):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mid = NEXT_ID[0]; NEXT_ID[0] += 1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MESH_REGISTRY[mid] = mesh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mid</a:t>
            </a:r>
          </a:p>
          <a:p>
            <a:pPr algn="l">
              <a:lnSpc>
                <a:spcPct val="106000"/>
              </a:lnSpc>
            </a:pPr>
            <a:endParaRPr sz="1200" i="0">
              <a:solidFill>
                <a:srgbClr val="1A1A1A"/>
              </a:solidFill>
              <a:latin typeface="Consolas"/>
            </a:endParaRP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005AA0"/>
                </a:solidFill>
                <a:latin typeface="Consolas"/>
              </a:rPr>
              <a:t>def</a:t>
            </a:r>
            <a:r>
              <a:rPr sz="1200" i="0">
                <a:solidFill>
                  <a:srgbClr val="1A1A1A"/>
                </a:solidFill>
                <a:latin typeface="Consolas"/>
              </a:rPr>
              <a:t> tool_solve_poisson(mesh_id: int):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m = MESH_REGISTRY.get(mesh_id)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if</a:t>
            </a:r>
            <a:r>
              <a:rPr sz="1200" i="0">
                <a:solidFill>
                  <a:srgbClr val="1A1A1A"/>
                </a:solidFill>
                <a:latin typeface="Consolas"/>
              </a:rPr>
              <a:t> m is </a:t>
            </a:r>
            <a:r>
              <a:rPr sz="1200" i="0">
                <a:solidFill>
                  <a:srgbClr val="005AA0"/>
                </a:solidFill>
                <a:latin typeface="Consolas"/>
              </a:rPr>
              <a:t>None</a:t>
            </a:r>
            <a:r>
              <a:rPr sz="1200" i="0">
                <a:solidFill>
                  <a:srgbClr val="1A1A1A"/>
                </a:solidFill>
                <a:latin typeface="Consolas"/>
              </a:rPr>
              <a:t>: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{</a:t>
            </a:r>
            <a:r>
              <a:rPr sz="1200" i="0">
                <a:solidFill>
                  <a:srgbClr val="8C3C14"/>
                </a:solidFill>
                <a:latin typeface="Consolas"/>
              </a:rPr>
              <a:t>"error"</a:t>
            </a:r>
            <a:r>
              <a:rPr sz="1200" i="0">
                <a:solidFill>
                  <a:srgbClr val="1A1A1A"/>
                </a:solidFill>
                <a:latin typeface="Consolas"/>
              </a:rPr>
              <a:t>: f</a:t>
            </a:r>
            <a:r>
              <a:rPr sz="1200" i="0">
                <a:solidFill>
                  <a:srgbClr val="8C3C14"/>
                </a:solidFill>
                <a:latin typeface="Consolas"/>
              </a:rPr>
              <a:t>"no mesh with id {mesh_id}"</a:t>
            </a:r>
            <a:r>
              <a:rPr sz="1200" i="0">
                <a:solidFill>
                  <a:srgbClr val="1A1A1A"/>
                </a:solidFill>
                <a:latin typeface="Consolas"/>
              </a:rPr>
              <a:t>}     </a:t>
            </a:r>
            <a:r>
              <a:rPr sz="1200" i="1">
                <a:solidFill>
                  <a:srgbClr val="787878"/>
                </a:solidFill>
                <a:latin typeface="Consolas"/>
              </a:rPr>
              <a:t># observation, not crash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u, basis = solve_poisson_on(m)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</a:t>
            </a:r>
            <a:r>
              <a:rPr sz="1200" i="0">
                <a:solidFill>
                  <a:srgbClr val="005AA0"/>
                </a:solidFill>
                <a:latin typeface="Consolas"/>
              </a:rPr>
              <a:t>return</a:t>
            </a:r>
            <a:r>
              <a:rPr sz="1200" i="0">
                <a:solidFill>
                  <a:srgbClr val="1A1A1A"/>
                </a:solidFill>
                <a:latin typeface="Consolas"/>
              </a:rPr>
              <a:t> {</a:t>
            </a:r>
            <a:r>
              <a:rPr sz="1200" i="0">
                <a:solidFill>
                  <a:srgbClr val="8C3C14"/>
                </a:solidFill>
                <a:latin typeface="Consolas"/>
              </a:rPr>
              <a:t>"mesh_id"</a:t>
            </a:r>
            <a:r>
              <a:rPr sz="1200" i="0">
                <a:solidFill>
                  <a:srgbClr val="1A1A1A"/>
                </a:solidFill>
                <a:latin typeface="Consolas"/>
              </a:rPr>
              <a:t>: mesh_id, </a:t>
            </a:r>
            <a:r>
              <a:rPr sz="1200" i="0">
                <a:solidFill>
                  <a:srgbClr val="8C3C14"/>
                </a:solidFill>
                <a:latin typeface="Consolas"/>
              </a:rPr>
              <a:t>"dofs"</a:t>
            </a:r>
            <a:r>
              <a:rPr sz="1200" i="0">
                <a:solidFill>
                  <a:srgbClr val="1A1A1A"/>
                </a:solidFill>
                <a:latin typeface="Consolas"/>
              </a:rPr>
              <a:t>: int(basis.N),</a:t>
            </a:r>
          </a:p>
          <a:p>
            <a:pPr algn="l">
              <a:lnSpc>
                <a:spcPct val="106000"/>
              </a:lnSpc>
            </a:pPr>
            <a:r>
              <a:rPr sz="1200" i="0">
                <a:solidFill>
                  <a:srgbClr val="1A1A1A"/>
                </a:solidFill>
                <a:latin typeface="Consolas"/>
              </a:rPr>
              <a:t>            </a:t>
            </a:r>
            <a:r>
              <a:rPr sz="1200" i="0">
                <a:solidFill>
                  <a:srgbClr val="8C3C14"/>
                </a:solidFill>
                <a:latin typeface="Consolas"/>
              </a:rPr>
              <a:t>"H1_error"</a:t>
            </a:r>
            <a:r>
              <a:rPr sz="1200" i="0">
                <a:solidFill>
                  <a:srgbClr val="1A1A1A"/>
                </a:solidFill>
                <a:latin typeface="Consolas"/>
              </a:rPr>
              <a:t>: h1_error(m, u)}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9377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handle pattern generalises. Meshes, solver contexts, CAD bodies, open files, database cursors — anything with identity and no JSON representation gets an integer and a registry.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Task: adaptive refinement on the L-shape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48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Poisson with uniform forcing: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        −Δu = 1  in Ω,        u = 0  on ∂Ω.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The re-entrant corner gives a singular solution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        u ∼ r^(2/3) · sin(2θ/3),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so u ∈ H^(5/3−ε) but u ∉ H².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P1 elements, expected rates: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1">
                <a:solidFill>
                  <a:srgbClr val="1A1A1A"/>
                </a:solidFill>
                <a:latin typeface="Calibri"/>
              </a:rPr>
              <a:t>Uniform</a:t>
            </a:r>
            <a:r>
              <a:rPr sz="1450" b="0">
                <a:solidFill>
                  <a:srgbClr val="1A1A1A"/>
                </a:solidFill>
                <a:latin typeface="Calibri"/>
              </a:rPr>
              <a:t> refinement: O(h^(2/3)) asymptotically. Pre-asymptotically you often see 0.7–0.95.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450" b="1">
                <a:solidFill>
                  <a:srgbClr val="1A1A1A"/>
                </a:solidFill>
                <a:latin typeface="Calibri"/>
              </a:rPr>
              <a:t>Adaptive</a:t>
            </a:r>
            <a:r>
              <a:rPr sz="1450" b="0">
                <a:solidFill>
                  <a:srgbClr val="1A1A1A"/>
                </a:solidFill>
                <a:latin typeface="Calibri"/>
              </a:rPr>
              <a:t> refinement: optimal O(N^(−1/2)), i.e. rate 1 against h ∼ N^(−1/2).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7040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That gap between the two rates is what adaptive meshing buys you. We are going to make an agent rediscover it.</a:t>
            </a:r>
          </a:p>
        </p:txBody>
      </p:sp>
      <p:sp>
        <p:nvSpPr>
          <p:cNvPr id="6" name="Freeform 5"/>
          <p:cNvSpPr/>
          <p:nvPr/>
        </p:nvSpPr>
        <p:spPr>
          <a:xfrm>
            <a:off x="8092440" y="1691640"/>
            <a:ext cx="2596896" cy="2596896"/>
          </a:xfrm>
          <a:custGeom>
            <a:avLst/>
            <a:gdLst/>
            <a:ahLst/>
            <a:cxnLst/>
            <a:rect l="l" t="t" r="r" b="b"/>
            <a:pathLst>
              <a:path w="2596896" h="2596896">
                <a:moveTo>
                  <a:pt x="1298448" y="1298448"/>
                </a:moveTo>
                <a:lnTo>
                  <a:pt x="2596896" y="1298448"/>
                </a:lnTo>
                <a:lnTo>
                  <a:pt x="2596896" y="0"/>
                </a:lnTo>
                <a:lnTo>
                  <a:pt x="0" y="0"/>
                </a:lnTo>
                <a:lnTo>
                  <a:pt x="0" y="2596896"/>
                </a:lnTo>
                <a:lnTo>
                  <a:pt x="1298448" y="2596896"/>
                </a:lnTo>
                <a:close/>
              </a:path>
            </a:pathLst>
          </a:custGeom>
          <a:solidFill>
            <a:srgbClr val="E8EEF7"/>
          </a:solidFill>
          <a:ln w="222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40596" y="2939796"/>
            <a:ext cx="100584" cy="100584"/>
          </a:xfrm>
          <a:prstGeom prst="ellipse">
            <a:avLst/>
          </a:prstGeom>
          <a:solidFill>
            <a:srgbClr val="AA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0615" y="308152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E6E6E"/>
                </a:solidFill>
                <a:latin typeface="Calibri"/>
              </a:rPr>
              <a:t>re-entrant</a:t>
            </a:r>
          </a:p>
          <a:p>
            <a:pPr algn="l"/>
            <a:r>
              <a:rPr sz="1050" b="0">
                <a:solidFill>
                  <a:srgbClr val="6E6E6E"/>
                </a:solidFill>
                <a:latin typeface="Calibri"/>
              </a:rPr>
              <a:t>corner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19456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500" b="1">
                <a:solidFill>
                  <a:srgbClr val="1A1A1A"/>
                </a:solidFill>
                <a:latin typeface="Calibri"/>
              </a:rPr>
              <a:t>The process for adaptive FEM</a:t>
            </a:r>
            <a:endParaRPr sz="2500" b="1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1. A local error indicator ηₖ.</a:t>
            </a:r>
            <a:r>
              <a:rPr sz="1500" b="0">
                <a:solidFill>
                  <a:srgbClr val="1A1A1A"/>
                </a:solidFill>
                <a:latin typeface="Calibri"/>
              </a:rPr>
              <a:t>  For each element K, a computable proxy for how much error lives there. We use the gradient-jump indicator:</a:t>
            </a:r>
          </a:p>
        </p:txBody>
      </p:sp>
      <p:pic>
        <p:nvPicPr>
          <p:cNvPr id="5" name="Picture 4" descr="indic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74519"/>
            <a:ext cx="421783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7432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450" b="0">
                <a:solidFill>
                  <a:srgbClr val="1A1A1A"/>
                </a:solidFill>
                <a:latin typeface="Calibri"/>
              </a:rPr>
              <a:t>P1 gradients are discontinuous across element edges, and the size of the jump correlates with the local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375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2. Dörfler marking.</a:t>
            </a:r>
            <a:r>
              <a:rPr sz="1500" b="0">
                <a:solidFill>
                  <a:srgbClr val="1A1A1A"/>
                </a:solidFill>
                <a:latin typeface="Calibri"/>
              </a:rPr>
              <a:t>  Pick a bulk fraction θ ∈ (0,1). Mark the smallest set M whose squared indicators capture a fraction θ of the total:</a:t>
            </a:r>
          </a:p>
          <a:p>
            <a:r>
              <a:rPr sz="700"/>
              <a:t> 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     Σ(K ∈ M)  η²ₖ      ≥      θ · Σ(K)  η²ₖ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A2CD42-3271-BA83-4905-4A98FC222B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672"/>
          <a:stretch>
            <a:fillRect/>
          </a:stretch>
        </p:blipFill>
        <p:spPr>
          <a:xfrm>
            <a:off x="566928" y="4288536"/>
            <a:ext cx="10098537" cy="2569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49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10578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500" b="1">
                <a:solidFill>
                  <a:srgbClr val="1A1A1A"/>
                </a:solidFill>
                <a:latin typeface="Calibri"/>
              </a:rPr>
              <a:t>Tools the FEM agent 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6327648"/>
            <a:ext cx="38404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>
                <a:solidFill>
                  <a:srgbClr val="9A9A9A"/>
                </a:solidFill>
                <a:latin typeface="Calibri"/>
              </a:rPr>
              <a:t>AESCAPE 2026  ·  Agentic AI  ·  </a:t>
            </a:r>
            <a:fld id="{B7C7A0D1-1A2B-4C3D-9E5F-6A7B8C9D0E1F}" type="slidenum">
              <a:rPr lang="en-US" sz="900">
                <a:solidFill>
                  <a:srgbClr val="9A9A9A"/>
                </a:solidFill>
                <a:latin typeface="Calibri"/>
              </a:rPr>
              <a:t>50</a:t>
            </a:fld>
            <a:endParaRPr lang="en-US" sz="900">
              <a:solidFill>
                <a:srgbClr val="9A9A9A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Each takes a </a:t>
            </a:r>
            <a:r>
              <a:rPr sz="1350" b="0">
                <a:solidFill>
                  <a:srgbClr val="1A1A1A"/>
                </a:solidFill>
                <a:latin typeface="Consolas"/>
              </a:rPr>
              <a:t>mesh_id</a:t>
            </a:r>
            <a:r>
              <a:rPr sz="1500" b="0">
                <a:solidFill>
                  <a:srgbClr val="1A1A1A"/>
                </a:solidFill>
                <a:latin typeface="Calibri"/>
              </a:rPr>
              <a:t> and returns a dict.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solve_poisson(mesh_id)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</a:t>
            </a:r>
            <a:r>
              <a:rPr sz="1350" b="0">
                <a:solidFill>
                  <a:srgbClr val="1A1A1A"/>
                </a:solidFill>
                <a:latin typeface="Consolas"/>
              </a:rPr>
              <a:t>{dofs, H1_error}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local_indicators(mesh_id)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summary stats of ηₖ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uniform_refine(mesh_id)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new mesh id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refine_by_threshold(mesh_id, theta)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Dörfler-mark and refine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check_convergence_rate()</a:t>
            </a:r>
            <a:r>
              <a:rPr sz="1500" b="0">
                <a:solidFill>
                  <a:srgbClr val="1A1A1A"/>
                </a:solidFill>
                <a:latin typeface="Calibri"/>
              </a:rPr>
              <a:t>  →  log-log slope of the last 3 solves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stop(reason)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Guardrails, in the tools: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MAX_DOFS = 20000</a:t>
            </a:r>
            <a:r>
              <a:rPr sz="1500" b="0">
                <a:solidFill>
                  <a:srgbClr val="1A1A1A"/>
                </a:solidFill>
                <a:latin typeface="Calibri"/>
              </a:rPr>
              <a:t> — a refinement that would exceed it returns an error observation instead of allocating.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500" b="0">
                <a:solidFill>
                  <a:srgbClr val="1A1A1A"/>
                </a:solidFill>
                <a:latin typeface="Calibri"/>
              </a:rPr>
              <a:t>Every dispatch is </a:t>
            </a:r>
            <a:r>
              <a:rPr sz="1350" b="0">
                <a:solidFill>
                  <a:srgbClr val="1A1A1A"/>
                </a:solidFill>
                <a:latin typeface="Consolas"/>
              </a:rPr>
              <a:t>try/except</a:t>
            </a:r>
            <a:r>
              <a:rPr sz="1500" b="0">
                <a:solidFill>
                  <a:srgbClr val="1A1A1A"/>
                </a:solidFill>
                <a:latin typeface="Calibri"/>
              </a:rPr>
              <a:t> wrapped.</a:t>
            </a:r>
          </a:p>
          <a:p>
            <a:pPr marL="274320" indent="-274320">
              <a:lnSpc>
                <a:spcPct val="100000"/>
              </a:lnSpc>
              <a:spcAft>
                <a:spcPts val="900"/>
              </a:spcAft>
              <a:buClr>
                <a:srgbClr val="AA1E1E"/>
              </a:buClr>
              <a:buFont typeface="Arial"/>
              <a:buChar char="▪"/>
            </a:pPr>
            <a:r>
              <a:rPr sz="1350" b="0">
                <a:solidFill>
                  <a:srgbClr val="1A1A1A"/>
                </a:solidFill>
                <a:latin typeface="Consolas"/>
              </a:rPr>
              <a:t>stop</a:t>
            </a:r>
            <a:r>
              <a:rPr sz="1500" b="0">
                <a:solidFill>
                  <a:srgbClr val="1A1A1A"/>
                </a:solidFill>
                <a:latin typeface="Calibri"/>
              </a:rPr>
              <a:t> is the only terminal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50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2026-09-08T11:05:23Z</dcterms:modified>
  <cp:category/>
</cp:coreProperties>
</file>