
<file path=[Content_Types].xml><?xml version="1.0" encoding="utf-8"?>
<Types xmlns="http://schemas.openxmlformats.org/package/2006/content-types">
  <Default Extension="bin" ContentType="image/unknown"/>
  <Default Extension="gif" ContentType="image/gif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2"/>
  </p:notesMasterIdLst>
  <p:sldIdLst>
    <p:sldId id="256" r:id="rId2"/>
    <p:sldId id="4249" r:id="rId3"/>
    <p:sldId id="4259" r:id="rId4"/>
    <p:sldId id="4255" r:id="rId5"/>
    <p:sldId id="4258" r:id="rId6"/>
    <p:sldId id="4256" r:id="rId7"/>
    <p:sldId id="309" r:id="rId8"/>
    <p:sldId id="310" r:id="rId9"/>
    <p:sldId id="311" r:id="rId10"/>
    <p:sldId id="4260" r:id="rId11"/>
    <p:sldId id="257" r:id="rId12"/>
    <p:sldId id="314" r:id="rId13"/>
    <p:sldId id="258" r:id="rId14"/>
    <p:sldId id="315" r:id="rId15"/>
    <p:sldId id="259" r:id="rId16"/>
    <p:sldId id="260" r:id="rId17"/>
    <p:sldId id="261" r:id="rId18"/>
    <p:sldId id="312" r:id="rId19"/>
    <p:sldId id="266" r:id="rId20"/>
    <p:sldId id="267" r:id="rId21"/>
    <p:sldId id="268" r:id="rId22"/>
    <p:sldId id="269" r:id="rId23"/>
    <p:sldId id="294" r:id="rId24"/>
    <p:sldId id="316" r:id="rId25"/>
    <p:sldId id="270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  <p:sldId id="284" r:id="rId39"/>
    <p:sldId id="285" r:id="rId40"/>
    <p:sldId id="286" r:id="rId41"/>
    <p:sldId id="287" r:id="rId42"/>
    <p:sldId id="289" r:id="rId43"/>
    <p:sldId id="290" r:id="rId44"/>
    <p:sldId id="291" r:id="rId45"/>
    <p:sldId id="293" r:id="rId46"/>
    <p:sldId id="295" r:id="rId47"/>
    <p:sldId id="296" r:id="rId48"/>
    <p:sldId id="297" r:id="rId49"/>
    <p:sldId id="298" r:id="rId50"/>
    <p:sldId id="299" r:id="rId5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36A8E5D-A49E-4635-AF6A-3FBEBC85C722}" v="4" dt="2026-09-07T09:56:16.674"/>
    <p1510:client id="{9AD79796-B627-473C-9F6A-F64993093037}" v="2761" dt="2026-09-08T11:05:16.88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2160"/>
        <p:guide pos="2880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8" Type="http://schemas.microsoft.com/office/2015/10/relationships/revisionInfo" Target="revisionInfo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microsoft.com/office/2016/11/relationships/changesInfo" Target="changesInfos/changesInfo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at Trask" userId="384e9559073622a4" providerId="LiveId" clId="{B4914FED-F8C9-481A-A6D0-DDB97EE09C5D}"/>
    <pc:docChg chg="undo custSel addSld delSld modSld sldOrd">
      <pc:chgData name="Nat Trask" userId="384e9559073622a4" providerId="LiveId" clId="{B4914FED-F8C9-481A-A6D0-DDB97EE09C5D}" dt="2026-09-08T11:05:16.885" v="2771" actId="1076"/>
      <pc:docMkLst>
        <pc:docMk/>
      </pc:docMkLst>
      <pc:sldChg chg="addSp modSp mod">
        <pc:chgData name="Nat Trask" userId="384e9559073622a4" providerId="LiveId" clId="{B4914FED-F8C9-481A-A6D0-DDB97EE09C5D}" dt="2026-09-08T02:19:36.257" v="172" actId="20577"/>
        <pc:sldMkLst>
          <pc:docMk/>
          <pc:sldMk cId="0" sldId="256"/>
        </pc:sldMkLst>
        <pc:spChg chg="mod">
          <ac:chgData name="Nat Trask" userId="384e9559073622a4" providerId="LiveId" clId="{B4914FED-F8C9-481A-A6D0-DDB97EE09C5D}" dt="2026-09-08T02:19:36.257" v="172" actId="20577"/>
          <ac:spMkLst>
            <pc:docMk/>
            <pc:sldMk cId="0" sldId="256"/>
            <ac:spMk id="3" creationId="{00000000-0000-0000-0000-000000000000}"/>
          </ac:spMkLst>
        </pc:spChg>
        <pc:picChg chg="add mod">
          <ac:chgData name="Nat Trask" userId="384e9559073622a4" providerId="LiveId" clId="{B4914FED-F8C9-481A-A6D0-DDB97EE09C5D}" dt="2026-09-08T02:19:23.908" v="143" actId="1076"/>
          <ac:picMkLst>
            <pc:docMk/>
            <pc:sldMk cId="0" sldId="256"/>
            <ac:picMk id="6" creationId="{8B280553-7DC8-D731-0765-FD58A4AEF092}"/>
          </ac:picMkLst>
        </pc:picChg>
      </pc:sldChg>
      <pc:sldChg chg="delSp modSp mod">
        <pc:chgData name="Nat Trask" userId="384e9559073622a4" providerId="LiveId" clId="{B4914FED-F8C9-481A-A6D0-DDB97EE09C5D}" dt="2026-09-08T10:24:48.677" v="297" actId="20577"/>
        <pc:sldMkLst>
          <pc:docMk/>
          <pc:sldMk cId="0" sldId="257"/>
        </pc:sldMkLst>
        <pc:spChg chg="mod">
          <ac:chgData name="Nat Trask" userId="384e9559073622a4" providerId="LiveId" clId="{B4914FED-F8C9-481A-A6D0-DDB97EE09C5D}" dt="2026-09-08T10:24:48.677" v="297" actId="20577"/>
          <ac:spMkLst>
            <pc:docMk/>
            <pc:sldMk cId="0" sldId="257"/>
            <ac:spMk id="4" creationId="{00000000-0000-0000-0000-000000000000}"/>
          </ac:spMkLst>
        </pc:spChg>
        <pc:spChg chg="del">
          <ac:chgData name="Nat Trask" userId="384e9559073622a4" providerId="LiveId" clId="{B4914FED-F8C9-481A-A6D0-DDB97EE09C5D}" dt="2026-09-08T02:16:26.229" v="2" actId="478"/>
          <ac:spMkLst>
            <pc:docMk/>
            <pc:sldMk cId="0" sldId="257"/>
            <ac:spMk id="9" creationId="{70958203-0AD6-A217-4163-D4E261095045}"/>
          </ac:spMkLst>
        </pc:spChg>
        <pc:spChg chg="del">
          <ac:chgData name="Nat Trask" userId="384e9559073622a4" providerId="LiveId" clId="{B4914FED-F8C9-481A-A6D0-DDB97EE09C5D}" dt="2026-09-08T02:16:26.229" v="2" actId="478"/>
          <ac:spMkLst>
            <pc:docMk/>
            <pc:sldMk cId="0" sldId="257"/>
            <ac:spMk id="10" creationId="{7D0946F4-1017-6B03-0936-9F25ADC02ABD}"/>
          </ac:spMkLst>
        </pc:spChg>
        <pc:picChg chg="mod">
          <ac:chgData name="Nat Trask" userId="384e9559073622a4" providerId="LiveId" clId="{B4914FED-F8C9-481A-A6D0-DDB97EE09C5D}" dt="2026-09-08T02:16:31.741" v="4" actId="1076"/>
          <ac:picMkLst>
            <pc:docMk/>
            <pc:sldMk cId="0" sldId="257"/>
            <ac:picMk id="7" creationId="{6F621B15-815A-C0A0-B93C-93F594F842B3}"/>
          </ac:picMkLst>
        </pc:picChg>
        <pc:picChg chg="del">
          <ac:chgData name="Nat Trask" userId="384e9559073622a4" providerId="LiveId" clId="{B4914FED-F8C9-481A-A6D0-DDB97EE09C5D}" dt="2026-09-08T02:16:19.676" v="0" actId="478"/>
          <ac:picMkLst>
            <pc:docMk/>
            <pc:sldMk cId="0" sldId="257"/>
            <ac:picMk id="8" creationId="{68616E95-CB41-F7AC-80F5-4F0E49D26174}"/>
          </ac:picMkLst>
        </pc:picChg>
      </pc:sldChg>
      <pc:sldChg chg="delSp mod">
        <pc:chgData name="Nat Trask" userId="384e9559073622a4" providerId="LiveId" clId="{B4914FED-F8C9-481A-A6D0-DDB97EE09C5D}" dt="2026-09-08T02:21:33.511" v="179" actId="478"/>
        <pc:sldMkLst>
          <pc:docMk/>
          <pc:sldMk cId="0" sldId="258"/>
        </pc:sldMkLst>
        <pc:spChg chg="del">
          <ac:chgData name="Nat Trask" userId="384e9559073622a4" providerId="LiveId" clId="{B4914FED-F8C9-481A-A6D0-DDB97EE09C5D}" dt="2026-09-08T02:21:33.511" v="179" actId="478"/>
          <ac:spMkLst>
            <pc:docMk/>
            <pc:sldMk cId="0" sldId="258"/>
            <ac:spMk id="6" creationId="{00000000-0000-0000-0000-000000000000}"/>
          </ac:spMkLst>
        </pc:spChg>
      </pc:sldChg>
      <pc:sldChg chg="modSp mod">
        <pc:chgData name="Nat Trask" userId="384e9559073622a4" providerId="LiveId" clId="{B4914FED-F8C9-481A-A6D0-DDB97EE09C5D}" dt="2026-09-08T02:16:49.392" v="19" actId="1036"/>
        <pc:sldMkLst>
          <pc:docMk/>
          <pc:sldMk cId="0" sldId="260"/>
        </pc:sldMkLst>
        <pc:spChg chg="mod">
          <ac:chgData name="Nat Trask" userId="384e9559073622a4" providerId="LiveId" clId="{B4914FED-F8C9-481A-A6D0-DDB97EE09C5D}" dt="2026-09-08T02:16:49.392" v="19" actId="1036"/>
          <ac:spMkLst>
            <pc:docMk/>
            <pc:sldMk cId="0" sldId="260"/>
            <ac:spMk id="9" creationId="{00000000-0000-0000-0000-000000000000}"/>
          </ac:spMkLst>
        </pc:spChg>
      </pc:sldChg>
      <pc:sldChg chg="del">
        <pc:chgData name="Nat Trask" userId="384e9559073622a4" providerId="LiveId" clId="{B4914FED-F8C9-481A-A6D0-DDB97EE09C5D}" dt="2026-09-08T02:21:52.892" v="182" actId="47"/>
        <pc:sldMkLst>
          <pc:docMk/>
          <pc:sldMk cId="0" sldId="262"/>
        </pc:sldMkLst>
      </pc:sldChg>
      <pc:sldChg chg="del">
        <pc:chgData name="Nat Trask" userId="384e9559073622a4" providerId="LiveId" clId="{B4914FED-F8C9-481A-A6D0-DDB97EE09C5D}" dt="2026-09-08T02:21:49.466" v="180" actId="47"/>
        <pc:sldMkLst>
          <pc:docMk/>
          <pc:sldMk cId="0" sldId="263"/>
        </pc:sldMkLst>
      </pc:sldChg>
      <pc:sldChg chg="del">
        <pc:chgData name="Nat Trask" userId="384e9559073622a4" providerId="LiveId" clId="{B4914FED-F8C9-481A-A6D0-DDB97EE09C5D}" dt="2026-09-08T02:21:51.385" v="181" actId="47"/>
        <pc:sldMkLst>
          <pc:docMk/>
          <pc:sldMk cId="0" sldId="264"/>
        </pc:sldMkLst>
      </pc:sldChg>
      <pc:sldChg chg="del">
        <pc:chgData name="Nat Trask" userId="384e9559073622a4" providerId="LiveId" clId="{B4914FED-F8C9-481A-A6D0-DDB97EE09C5D}" dt="2026-09-08T02:21:54.795" v="183" actId="47"/>
        <pc:sldMkLst>
          <pc:docMk/>
          <pc:sldMk cId="0" sldId="265"/>
        </pc:sldMkLst>
      </pc:sldChg>
      <pc:sldChg chg="modSp mod">
        <pc:chgData name="Nat Trask" userId="384e9559073622a4" providerId="LiveId" clId="{B4914FED-F8C9-481A-A6D0-DDB97EE09C5D}" dt="2026-09-08T10:29:06.326" v="605" actId="20577"/>
        <pc:sldMkLst>
          <pc:docMk/>
          <pc:sldMk cId="0" sldId="266"/>
        </pc:sldMkLst>
        <pc:spChg chg="mod">
          <ac:chgData name="Nat Trask" userId="384e9559073622a4" providerId="LiveId" clId="{B4914FED-F8C9-481A-A6D0-DDB97EE09C5D}" dt="2026-09-08T10:29:06.326" v="605" actId="20577"/>
          <ac:spMkLst>
            <pc:docMk/>
            <pc:sldMk cId="0" sldId="266"/>
            <ac:spMk id="4" creationId="{00000000-0000-0000-0000-000000000000}"/>
          </ac:spMkLst>
        </pc:spChg>
      </pc:sldChg>
      <pc:sldChg chg="modSp mod">
        <pc:chgData name="Nat Trask" userId="384e9559073622a4" providerId="LiveId" clId="{B4914FED-F8C9-481A-A6D0-DDB97EE09C5D}" dt="2026-09-08T10:30:18.502" v="679" actId="6549"/>
        <pc:sldMkLst>
          <pc:docMk/>
          <pc:sldMk cId="0" sldId="268"/>
        </pc:sldMkLst>
        <pc:spChg chg="mod">
          <ac:chgData name="Nat Trask" userId="384e9559073622a4" providerId="LiveId" clId="{B4914FED-F8C9-481A-A6D0-DDB97EE09C5D}" dt="2026-09-08T10:30:18.502" v="679" actId="6549"/>
          <ac:spMkLst>
            <pc:docMk/>
            <pc:sldMk cId="0" sldId="268"/>
            <ac:spMk id="6" creationId="{00000000-0000-0000-0000-000000000000}"/>
          </ac:spMkLst>
        </pc:spChg>
      </pc:sldChg>
      <pc:sldChg chg="modSp mod">
        <pc:chgData name="Nat Trask" userId="384e9559073622a4" providerId="LiveId" clId="{B4914FED-F8C9-481A-A6D0-DDB97EE09C5D}" dt="2026-09-08T02:25:01.661" v="279" actId="20577"/>
        <pc:sldMkLst>
          <pc:docMk/>
          <pc:sldMk cId="0" sldId="269"/>
        </pc:sldMkLst>
        <pc:spChg chg="mod">
          <ac:chgData name="Nat Trask" userId="384e9559073622a4" providerId="LiveId" clId="{B4914FED-F8C9-481A-A6D0-DDB97EE09C5D}" dt="2026-09-08T02:25:01.661" v="279" actId="20577"/>
          <ac:spMkLst>
            <pc:docMk/>
            <pc:sldMk cId="0" sldId="269"/>
            <ac:spMk id="4" creationId="{00000000-0000-0000-0000-000000000000}"/>
          </ac:spMkLst>
        </pc:spChg>
      </pc:sldChg>
      <pc:sldChg chg="modSp mod">
        <pc:chgData name="Nat Trask" userId="384e9559073622a4" providerId="LiveId" clId="{B4914FED-F8C9-481A-A6D0-DDB97EE09C5D}" dt="2026-09-08T10:38:25.515" v="1548" actId="20577"/>
        <pc:sldMkLst>
          <pc:docMk/>
          <pc:sldMk cId="0" sldId="270"/>
        </pc:sldMkLst>
        <pc:spChg chg="mod">
          <ac:chgData name="Nat Trask" userId="384e9559073622a4" providerId="LiveId" clId="{B4914FED-F8C9-481A-A6D0-DDB97EE09C5D}" dt="2026-09-08T10:38:25.515" v="1548" actId="20577"/>
          <ac:spMkLst>
            <pc:docMk/>
            <pc:sldMk cId="0" sldId="270"/>
            <ac:spMk id="5" creationId="{00000000-0000-0000-0000-000000000000}"/>
          </ac:spMkLst>
        </pc:spChg>
      </pc:sldChg>
      <pc:sldChg chg="del">
        <pc:chgData name="Nat Trask" userId="384e9559073622a4" providerId="LiveId" clId="{B4914FED-F8C9-481A-A6D0-DDB97EE09C5D}" dt="2026-09-08T02:25:13.708" v="280" actId="47"/>
        <pc:sldMkLst>
          <pc:docMk/>
          <pc:sldMk cId="0" sldId="271"/>
        </pc:sldMkLst>
      </pc:sldChg>
      <pc:sldChg chg="modSp mod">
        <pc:chgData name="Nat Trask" userId="384e9559073622a4" providerId="LiveId" clId="{B4914FED-F8C9-481A-A6D0-DDB97EE09C5D}" dt="2026-09-08T10:38:53.124" v="1607" actId="20577"/>
        <pc:sldMkLst>
          <pc:docMk/>
          <pc:sldMk cId="0" sldId="273"/>
        </pc:sldMkLst>
        <pc:spChg chg="mod">
          <ac:chgData name="Nat Trask" userId="384e9559073622a4" providerId="LiveId" clId="{B4914FED-F8C9-481A-A6D0-DDB97EE09C5D}" dt="2026-09-08T10:38:47.557" v="1606" actId="20577"/>
          <ac:spMkLst>
            <pc:docMk/>
            <pc:sldMk cId="0" sldId="273"/>
            <ac:spMk id="4" creationId="{00000000-0000-0000-0000-000000000000}"/>
          </ac:spMkLst>
        </pc:spChg>
        <pc:spChg chg="mod">
          <ac:chgData name="Nat Trask" userId="384e9559073622a4" providerId="LiveId" clId="{B4914FED-F8C9-481A-A6D0-DDB97EE09C5D}" dt="2026-09-08T10:38:53.124" v="1607" actId="20577"/>
          <ac:spMkLst>
            <pc:docMk/>
            <pc:sldMk cId="0" sldId="273"/>
            <ac:spMk id="6" creationId="{00000000-0000-0000-0000-000000000000}"/>
          </ac:spMkLst>
        </pc:spChg>
      </pc:sldChg>
      <pc:sldChg chg="modSp mod">
        <pc:chgData name="Nat Trask" userId="384e9559073622a4" providerId="LiveId" clId="{B4914FED-F8C9-481A-A6D0-DDB97EE09C5D}" dt="2026-09-08T10:39:16.033" v="1611" actId="20577"/>
        <pc:sldMkLst>
          <pc:docMk/>
          <pc:sldMk cId="0" sldId="275"/>
        </pc:sldMkLst>
        <pc:spChg chg="mod">
          <ac:chgData name="Nat Trask" userId="384e9559073622a4" providerId="LiveId" clId="{B4914FED-F8C9-481A-A6D0-DDB97EE09C5D}" dt="2026-09-08T10:39:16.033" v="1611" actId="20577"/>
          <ac:spMkLst>
            <pc:docMk/>
            <pc:sldMk cId="0" sldId="275"/>
            <ac:spMk id="2" creationId="{00000000-0000-0000-0000-000000000000}"/>
          </ac:spMkLst>
        </pc:spChg>
      </pc:sldChg>
      <pc:sldChg chg="modSp mod">
        <pc:chgData name="Nat Trask" userId="384e9559073622a4" providerId="LiveId" clId="{B4914FED-F8C9-481A-A6D0-DDB97EE09C5D}" dt="2026-09-08T10:39:49.302" v="1662" actId="20577"/>
        <pc:sldMkLst>
          <pc:docMk/>
          <pc:sldMk cId="0" sldId="277"/>
        </pc:sldMkLst>
        <pc:spChg chg="mod">
          <ac:chgData name="Nat Trask" userId="384e9559073622a4" providerId="LiveId" clId="{B4914FED-F8C9-481A-A6D0-DDB97EE09C5D}" dt="2026-09-08T10:39:49.302" v="1662" actId="20577"/>
          <ac:spMkLst>
            <pc:docMk/>
            <pc:sldMk cId="0" sldId="277"/>
            <ac:spMk id="2" creationId="{00000000-0000-0000-0000-000000000000}"/>
          </ac:spMkLst>
        </pc:spChg>
      </pc:sldChg>
      <pc:sldChg chg="modSp mod">
        <pc:chgData name="Nat Trask" userId="384e9559073622a4" providerId="LiveId" clId="{B4914FED-F8C9-481A-A6D0-DDB97EE09C5D}" dt="2026-09-08T10:40:58.098" v="1668" actId="20577"/>
        <pc:sldMkLst>
          <pc:docMk/>
          <pc:sldMk cId="0" sldId="278"/>
        </pc:sldMkLst>
        <pc:spChg chg="mod">
          <ac:chgData name="Nat Trask" userId="384e9559073622a4" providerId="LiveId" clId="{B4914FED-F8C9-481A-A6D0-DDB97EE09C5D}" dt="2026-09-08T10:40:58.098" v="1668" actId="20577"/>
          <ac:spMkLst>
            <pc:docMk/>
            <pc:sldMk cId="0" sldId="278"/>
            <ac:spMk id="4" creationId="{00000000-0000-0000-0000-000000000000}"/>
          </ac:spMkLst>
        </pc:spChg>
      </pc:sldChg>
      <pc:sldChg chg="modSp mod">
        <pc:chgData name="Nat Trask" userId="384e9559073622a4" providerId="LiveId" clId="{B4914FED-F8C9-481A-A6D0-DDB97EE09C5D}" dt="2026-09-08T10:42:09.527" v="1683" actId="20577"/>
        <pc:sldMkLst>
          <pc:docMk/>
          <pc:sldMk cId="0" sldId="283"/>
        </pc:sldMkLst>
        <pc:spChg chg="mod">
          <ac:chgData name="Nat Trask" userId="384e9559073622a4" providerId="LiveId" clId="{B4914FED-F8C9-481A-A6D0-DDB97EE09C5D}" dt="2026-09-08T10:42:09.527" v="1683" actId="20577"/>
          <ac:spMkLst>
            <pc:docMk/>
            <pc:sldMk cId="0" sldId="283"/>
            <ac:spMk id="16" creationId="{00000000-0000-0000-0000-000000000000}"/>
          </ac:spMkLst>
        </pc:spChg>
      </pc:sldChg>
      <pc:sldChg chg="modSp mod">
        <pc:chgData name="Nat Trask" userId="384e9559073622a4" providerId="LiveId" clId="{B4914FED-F8C9-481A-A6D0-DDB97EE09C5D}" dt="2026-09-08T10:42:22.981" v="1689" actId="1036"/>
        <pc:sldMkLst>
          <pc:docMk/>
          <pc:sldMk cId="0" sldId="284"/>
        </pc:sldMkLst>
        <pc:spChg chg="mod">
          <ac:chgData name="Nat Trask" userId="384e9559073622a4" providerId="LiveId" clId="{B4914FED-F8C9-481A-A6D0-DDB97EE09C5D}" dt="2026-09-08T10:42:22.981" v="1689" actId="1036"/>
          <ac:spMkLst>
            <pc:docMk/>
            <pc:sldMk cId="0" sldId="284"/>
            <ac:spMk id="6" creationId="{00000000-0000-0000-0000-000000000000}"/>
          </ac:spMkLst>
        </pc:spChg>
      </pc:sldChg>
      <pc:sldChg chg="modSp mod">
        <pc:chgData name="Nat Trask" userId="384e9559073622a4" providerId="LiveId" clId="{B4914FED-F8C9-481A-A6D0-DDB97EE09C5D}" dt="2026-09-08T10:43:04.746" v="1785" actId="20577"/>
        <pc:sldMkLst>
          <pc:docMk/>
          <pc:sldMk cId="0" sldId="285"/>
        </pc:sldMkLst>
        <pc:spChg chg="mod">
          <ac:chgData name="Nat Trask" userId="384e9559073622a4" providerId="LiveId" clId="{B4914FED-F8C9-481A-A6D0-DDB97EE09C5D}" dt="2026-09-08T10:43:04.746" v="1785" actId="20577"/>
          <ac:spMkLst>
            <pc:docMk/>
            <pc:sldMk cId="0" sldId="285"/>
            <ac:spMk id="6" creationId="{00000000-0000-0000-0000-000000000000}"/>
          </ac:spMkLst>
        </pc:spChg>
      </pc:sldChg>
      <pc:sldChg chg="modSp mod">
        <pc:chgData name="Nat Trask" userId="384e9559073622a4" providerId="LiveId" clId="{B4914FED-F8C9-481A-A6D0-DDB97EE09C5D}" dt="2026-09-08T10:44:11.900" v="1889" actId="20577"/>
        <pc:sldMkLst>
          <pc:docMk/>
          <pc:sldMk cId="0" sldId="286"/>
        </pc:sldMkLst>
        <pc:spChg chg="mod">
          <ac:chgData name="Nat Trask" userId="384e9559073622a4" providerId="LiveId" clId="{B4914FED-F8C9-481A-A6D0-DDB97EE09C5D}" dt="2026-09-08T10:43:32.219" v="1812" actId="20577"/>
          <ac:spMkLst>
            <pc:docMk/>
            <pc:sldMk cId="0" sldId="286"/>
            <ac:spMk id="4" creationId="{00000000-0000-0000-0000-000000000000}"/>
          </ac:spMkLst>
        </pc:spChg>
        <pc:spChg chg="mod">
          <ac:chgData name="Nat Trask" userId="384e9559073622a4" providerId="LiveId" clId="{B4914FED-F8C9-481A-A6D0-DDB97EE09C5D}" dt="2026-09-08T10:44:11.900" v="1889" actId="20577"/>
          <ac:spMkLst>
            <pc:docMk/>
            <pc:sldMk cId="0" sldId="286"/>
            <ac:spMk id="5" creationId="{00000000-0000-0000-0000-000000000000}"/>
          </ac:spMkLst>
        </pc:spChg>
      </pc:sldChg>
      <pc:sldChg chg="modSp mod">
        <pc:chgData name="Nat Trask" userId="384e9559073622a4" providerId="LiveId" clId="{B4914FED-F8C9-481A-A6D0-DDB97EE09C5D}" dt="2026-09-08T10:44:59.283" v="1998" actId="20577"/>
        <pc:sldMkLst>
          <pc:docMk/>
          <pc:sldMk cId="0" sldId="287"/>
        </pc:sldMkLst>
        <pc:spChg chg="mod">
          <ac:chgData name="Nat Trask" userId="384e9559073622a4" providerId="LiveId" clId="{B4914FED-F8C9-481A-A6D0-DDB97EE09C5D}" dt="2026-09-08T10:44:59.283" v="1998" actId="20577"/>
          <ac:spMkLst>
            <pc:docMk/>
            <pc:sldMk cId="0" sldId="287"/>
            <ac:spMk id="2" creationId="{00000000-0000-0000-0000-000000000000}"/>
          </ac:spMkLst>
        </pc:spChg>
      </pc:sldChg>
      <pc:sldChg chg="del">
        <pc:chgData name="Nat Trask" userId="384e9559073622a4" providerId="LiveId" clId="{B4914FED-F8C9-481A-A6D0-DDB97EE09C5D}" dt="2026-09-08T02:18:25.187" v="131" actId="47"/>
        <pc:sldMkLst>
          <pc:docMk/>
          <pc:sldMk cId="0" sldId="288"/>
        </pc:sldMkLst>
      </pc:sldChg>
      <pc:sldChg chg="modSp mod">
        <pc:chgData name="Nat Trask" userId="384e9559073622a4" providerId="LiveId" clId="{B4914FED-F8C9-481A-A6D0-DDB97EE09C5D}" dt="2026-09-08T10:47:35.652" v="2321" actId="20577"/>
        <pc:sldMkLst>
          <pc:docMk/>
          <pc:sldMk cId="0" sldId="289"/>
        </pc:sldMkLst>
        <pc:spChg chg="mod">
          <ac:chgData name="Nat Trask" userId="384e9559073622a4" providerId="LiveId" clId="{B4914FED-F8C9-481A-A6D0-DDB97EE09C5D}" dt="2026-09-08T10:45:28.377" v="2020" actId="20577"/>
          <ac:spMkLst>
            <pc:docMk/>
            <pc:sldMk cId="0" sldId="289"/>
            <ac:spMk id="2" creationId="{00000000-0000-0000-0000-000000000000}"/>
          </ac:spMkLst>
        </pc:spChg>
        <pc:spChg chg="mod">
          <ac:chgData name="Nat Trask" userId="384e9559073622a4" providerId="LiveId" clId="{B4914FED-F8C9-481A-A6D0-DDB97EE09C5D}" dt="2026-09-08T10:45:52.176" v="2073" actId="20577"/>
          <ac:spMkLst>
            <pc:docMk/>
            <pc:sldMk cId="0" sldId="289"/>
            <ac:spMk id="4" creationId="{00000000-0000-0000-0000-000000000000}"/>
          </ac:spMkLst>
        </pc:spChg>
        <pc:spChg chg="mod">
          <ac:chgData name="Nat Trask" userId="384e9559073622a4" providerId="LiveId" clId="{B4914FED-F8C9-481A-A6D0-DDB97EE09C5D}" dt="2026-09-08T10:47:19.419" v="2296" actId="20577"/>
          <ac:spMkLst>
            <pc:docMk/>
            <pc:sldMk cId="0" sldId="289"/>
            <ac:spMk id="16" creationId="{00000000-0000-0000-0000-000000000000}"/>
          </ac:spMkLst>
        </pc:spChg>
        <pc:spChg chg="mod">
          <ac:chgData name="Nat Trask" userId="384e9559073622a4" providerId="LiveId" clId="{B4914FED-F8C9-481A-A6D0-DDB97EE09C5D}" dt="2026-09-08T10:47:35.652" v="2321" actId="20577"/>
          <ac:spMkLst>
            <pc:docMk/>
            <pc:sldMk cId="0" sldId="289"/>
            <ac:spMk id="18" creationId="{00000000-0000-0000-0000-000000000000}"/>
          </ac:spMkLst>
        </pc:spChg>
      </pc:sldChg>
      <pc:sldChg chg="modSp mod">
        <pc:chgData name="Nat Trask" userId="384e9559073622a4" providerId="LiveId" clId="{B4914FED-F8C9-481A-A6D0-DDB97EE09C5D}" dt="2026-09-08T10:47:59.800" v="2353" actId="20577"/>
        <pc:sldMkLst>
          <pc:docMk/>
          <pc:sldMk cId="0" sldId="290"/>
        </pc:sldMkLst>
        <pc:spChg chg="mod">
          <ac:chgData name="Nat Trask" userId="384e9559073622a4" providerId="LiveId" clId="{B4914FED-F8C9-481A-A6D0-DDB97EE09C5D}" dt="2026-09-08T10:47:59.800" v="2353" actId="20577"/>
          <ac:spMkLst>
            <pc:docMk/>
            <pc:sldMk cId="0" sldId="290"/>
            <ac:spMk id="6" creationId="{00000000-0000-0000-0000-000000000000}"/>
          </ac:spMkLst>
        </pc:spChg>
      </pc:sldChg>
      <pc:sldChg chg="delSp mod">
        <pc:chgData name="Nat Trask" userId="384e9559073622a4" providerId="LiveId" clId="{B4914FED-F8C9-481A-A6D0-DDB97EE09C5D}" dt="2026-09-08T10:48:11.676" v="2354" actId="478"/>
        <pc:sldMkLst>
          <pc:docMk/>
          <pc:sldMk cId="0" sldId="291"/>
        </pc:sldMkLst>
        <pc:spChg chg="del">
          <ac:chgData name="Nat Trask" userId="384e9559073622a4" providerId="LiveId" clId="{B4914FED-F8C9-481A-A6D0-DDB97EE09C5D}" dt="2026-09-08T10:48:11.676" v="2354" actId="478"/>
          <ac:spMkLst>
            <pc:docMk/>
            <pc:sldMk cId="0" sldId="291"/>
            <ac:spMk id="5" creationId="{00000000-0000-0000-0000-000000000000}"/>
          </ac:spMkLst>
        </pc:spChg>
      </pc:sldChg>
      <pc:sldChg chg="del">
        <pc:chgData name="Nat Trask" userId="384e9559073622a4" providerId="LiveId" clId="{B4914FED-F8C9-481A-A6D0-DDB97EE09C5D}" dt="2026-09-08T02:26:01.423" v="281" actId="47"/>
        <pc:sldMkLst>
          <pc:docMk/>
          <pc:sldMk cId="0" sldId="292"/>
        </pc:sldMkLst>
      </pc:sldChg>
      <pc:sldChg chg="delSp modSp mod ord">
        <pc:chgData name="Nat Trask" userId="384e9559073622a4" providerId="LiveId" clId="{B4914FED-F8C9-481A-A6D0-DDB97EE09C5D}" dt="2026-09-08T10:31:10.921" v="725" actId="478"/>
        <pc:sldMkLst>
          <pc:docMk/>
          <pc:sldMk cId="0" sldId="294"/>
        </pc:sldMkLst>
        <pc:spChg chg="mod">
          <ac:chgData name="Nat Trask" userId="384e9559073622a4" providerId="LiveId" clId="{B4914FED-F8C9-481A-A6D0-DDB97EE09C5D}" dt="2026-09-08T10:30:48.378" v="724" actId="20577"/>
          <ac:spMkLst>
            <pc:docMk/>
            <pc:sldMk cId="0" sldId="294"/>
            <ac:spMk id="2" creationId="{00000000-0000-0000-0000-000000000000}"/>
          </ac:spMkLst>
        </pc:spChg>
        <pc:spChg chg="del">
          <ac:chgData name="Nat Trask" userId="384e9559073622a4" providerId="LiveId" clId="{B4914FED-F8C9-481A-A6D0-DDB97EE09C5D}" dt="2026-09-08T10:31:10.921" v="725" actId="478"/>
          <ac:spMkLst>
            <pc:docMk/>
            <pc:sldMk cId="0" sldId="294"/>
            <ac:spMk id="15" creationId="{00000000-0000-0000-0000-000000000000}"/>
          </ac:spMkLst>
        </pc:spChg>
      </pc:sldChg>
      <pc:sldChg chg="modSp mod">
        <pc:chgData name="Nat Trask" userId="384e9559073622a4" providerId="LiveId" clId="{B4914FED-F8C9-481A-A6D0-DDB97EE09C5D}" dt="2026-09-08T10:49:31.430" v="2535" actId="20577"/>
        <pc:sldMkLst>
          <pc:docMk/>
          <pc:sldMk cId="0" sldId="295"/>
        </pc:sldMkLst>
        <pc:spChg chg="mod">
          <ac:chgData name="Nat Trask" userId="384e9559073622a4" providerId="LiveId" clId="{B4914FED-F8C9-481A-A6D0-DDB97EE09C5D}" dt="2026-09-08T10:49:31.430" v="2535" actId="20577"/>
          <ac:spMkLst>
            <pc:docMk/>
            <pc:sldMk cId="0" sldId="295"/>
            <ac:spMk id="5" creationId="{00000000-0000-0000-0000-000000000000}"/>
          </ac:spMkLst>
        </pc:spChg>
      </pc:sldChg>
      <pc:sldChg chg="del">
        <pc:chgData name="Nat Trask" userId="384e9559073622a4" providerId="LiveId" clId="{B4914FED-F8C9-481A-A6D0-DDB97EE09C5D}" dt="2026-09-08T02:18:40.530" v="132" actId="47"/>
        <pc:sldMkLst>
          <pc:docMk/>
          <pc:sldMk cId="0" sldId="300"/>
        </pc:sldMkLst>
      </pc:sldChg>
      <pc:sldChg chg="del">
        <pc:chgData name="Nat Trask" userId="384e9559073622a4" providerId="LiveId" clId="{B4914FED-F8C9-481A-A6D0-DDB97EE09C5D}" dt="2026-09-08T02:18:41.324" v="133" actId="47"/>
        <pc:sldMkLst>
          <pc:docMk/>
          <pc:sldMk cId="0" sldId="301"/>
        </pc:sldMkLst>
      </pc:sldChg>
      <pc:sldChg chg="del">
        <pc:chgData name="Nat Trask" userId="384e9559073622a4" providerId="LiveId" clId="{B4914FED-F8C9-481A-A6D0-DDB97EE09C5D}" dt="2026-09-08T02:18:42.498" v="134" actId="47"/>
        <pc:sldMkLst>
          <pc:docMk/>
          <pc:sldMk cId="0" sldId="302"/>
        </pc:sldMkLst>
      </pc:sldChg>
      <pc:sldChg chg="del">
        <pc:chgData name="Nat Trask" userId="384e9559073622a4" providerId="LiveId" clId="{B4914FED-F8C9-481A-A6D0-DDB97EE09C5D}" dt="2026-09-08T02:18:43.363" v="135" actId="47"/>
        <pc:sldMkLst>
          <pc:docMk/>
          <pc:sldMk cId="0" sldId="303"/>
        </pc:sldMkLst>
      </pc:sldChg>
      <pc:sldChg chg="del">
        <pc:chgData name="Nat Trask" userId="384e9559073622a4" providerId="LiveId" clId="{B4914FED-F8C9-481A-A6D0-DDB97EE09C5D}" dt="2026-09-08T02:18:44.544" v="136" actId="47"/>
        <pc:sldMkLst>
          <pc:docMk/>
          <pc:sldMk cId="0" sldId="304"/>
        </pc:sldMkLst>
      </pc:sldChg>
      <pc:sldChg chg="del">
        <pc:chgData name="Nat Trask" userId="384e9559073622a4" providerId="LiveId" clId="{B4914FED-F8C9-481A-A6D0-DDB97EE09C5D}" dt="2026-09-08T02:18:47.158" v="137" actId="47"/>
        <pc:sldMkLst>
          <pc:docMk/>
          <pc:sldMk cId="0" sldId="305"/>
        </pc:sldMkLst>
      </pc:sldChg>
      <pc:sldChg chg="del">
        <pc:chgData name="Nat Trask" userId="384e9559073622a4" providerId="LiveId" clId="{B4914FED-F8C9-481A-A6D0-DDB97EE09C5D}" dt="2026-09-08T02:18:48.526" v="138" actId="47"/>
        <pc:sldMkLst>
          <pc:docMk/>
          <pc:sldMk cId="0" sldId="306"/>
        </pc:sldMkLst>
      </pc:sldChg>
      <pc:sldChg chg="add del">
        <pc:chgData name="Nat Trask" userId="384e9559073622a4" providerId="LiveId" clId="{B4914FED-F8C9-481A-A6D0-DDB97EE09C5D}" dt="2026-09-08T02:18:57.174" v="141" actId="47"/>
        <pc:sldMkLst>
          <pc:docMk/>
          <pc:sldMk cId="0" sldId="307"/>
        </pc:sldMkLst>
      </pc:sldChg>
      <pc:sldChg chg="addSp delSp mod">
        <pc:chgData name="Nat Trask" userId="384e9559073622a4" providerId="LiveId" clId="{B4914FED-F8C9-481A-A6D0-DDB97EE09C5D}" dt="2026-09-08T10:57:04.812" v="2647" actId="22"/>
        <pc:sldMkLst>
          <pc:docMk/>
          <pc:sldMk cId="1130776603" sldId="311"/>
        </pc:sldMkLst>
        <pc:picChg chg="add del">
          <ac:chgData name="Nat Trask" userId="384e9559073622a4" providerId="LiveId" clId="{B4914FED-F8C9-481A-A6D0-DDB97EE09C5D}" dt="2026-09-08T10:57:04.812" v="2647" actId="22"/>
          <ac:picMkLst>
            <pc:docMk/>
            <pc:sldMk cId="1130776603" sldId="311"/>
            <ac:picMk id="6" creationId="{F13FFF37-ACB4-DF04-84EF-9B4B131349B2}"/>
          </ac:picMkLst>
        </pc:picChg>
      </pc:sldChg>
      <pc:sldChg chg="addSp delSp modSp add mod ord">
        <pc:chgData name="Nat Trask" userId="384e9559073622a4" providerId="LiveId" clId="{B4914FED-F8C9-481A-A6D0-DDB97EE09C5D}" dt="2026-09-08T10:23:52.410" v="287"/>
        <pc:sldMkLst>
          <pc:docMk/>
          <pc:sldMk cId="4292878540" sldId="314"/>
        </pc:sldMkLst>
        <pc:spChg chg="del">
          <ac:chgData name="Nat Trask" userId="384e9559073622a4" providerId="LiveId" clId="{B4914FED-F8C9-481A-A6D0-DDB97EE09C5D}" dt="2026-09-08T02:20:53.589" v="174" actId="478"/>
          <ac:spMkLst>
            <pc:docMk/>
            <pc:sldMk cId="4292878540" sldId="314"/>
            <ac:spMk id="4" creationId="{D51436FB-DA90-55DE-FA30-B5F412371540}"/>
          </ac:spMkLst>
        </pc:spChg>
        <pc:spChg chg="del">
          <ac:chgData name="Nat Trask" userId="384e9559073622a4" providerId="LiveId" clId="{B4914FED-F8C9-481A-A6D0-DDB97EE09C5D}" dt="2026-09-08T02:20:53.589" v="174" actId="478"/>
          <ac:spMkLst>
            <pc:docMk/>
            <pc:sldMk cId="4292878540" sldId="314"/>
            <ac:spMk id="5" creationId="{00395994-DF5A-9926-A1FA-988577B6A9B9}"/>
          </ac:spMkLst>
        </pc:spChg>
        <pc:picChg chg="del">
          <ac:chgData name="Nat Trask" userId="384e9559073622a4" providerId="LiveId" clId="{B4914FED-F8C9-481A-A6D0-DDB97EE09C5D}" dt="2026-09-08T02:20:53.589" v="174" actId="478"/>
          <ac:picMkLst>
            <pc:docMk/>
            <pc:sldMk cId="4292878540" sldId="314"/>
            <ac:picMk id="7" creationId="{312C9203-0146-94FD-EFB1-6D1C2C766014}"/>
          </ac:picMkLst>
        </pc:picChg>
        <pc:picChg chg="add mod">
          <ac:chgData name="Nat Trask" userId="384e9559073622a4" providerId="LiveId" clId="{B4914FED-F8C9-481A-A6D0-DDB97EE09C5D}" dt="2026-09-08T02:20:57.010" v="176" actId="1076"/>
          <ac:picMkLst>
            <pc:docMk/>
            <pc:sldMk cId="4292878540" sldId="314"/>
            <ac:picMk id="8" creationId="{6CB9510C-9E33-9904-D572-7844489E7617}"/>
          </ac:picMkLst>
        </pc:picChg>
        <pc:picChg chg="add mod">
          <ac:chgData name="Nat Trask" userId="384e9559073622a4" providerId="LiveId" clId="{B4914FED-F8C9-481A-A6D0-DDB97EE09C5D}" dt="2026-09-08T02:21:08.401" v="178" actId="1076"/>
          <ac:picMkLst>
            <pc:docMk/>
            <pc:sldMk cId="4292878540" sldId="314"/>
            <ac:picMk id="10" creationId="{EF7EDE5C-F35B-AC7E-8881-8D70546BF88D}"/>
          </ac:picMkLst>
        </pc:picChg>
      </pc:sldChg>
      <pc:sldChg chg="addSp delSp modSp add mod ord">
        <pc:chgData name="Nat Trask" userId="384e9559073622a4" providerId="LiveId" clId="{B4914FED-F8C9-481A-A6D0-DDB97EE09C5D}" dt="2026-09-08T10:28:10.243" v="577" actId="1076"/>
        <pc:sldMkLst>
          <pc:docMk/>
          <pc:sldMk cId="551353265" sldId="315"/>
        </pc:sldMkLst>
        <pc:spChg chg="del mod">
          <ac:chgData name="Nat Trask" userId="384e9559073622a4" providerId="LiveId" clId="{B4914FED-F8C9-481A-A6D0-DDB97EE09C5D}" dt="2026-09-08T10:26:45.846" v="385" actId="478"/>
          <ac:spMkLst>
            <pc:docMk/>
            <pc:sldMk cId="551353265" sldId="315"/>
            <ac:spMk id="2" creationId="{868B4DCF-16F0-D9DF-CFF7-2B70E3B52087}"/>
          </ac:spMkLst>
        </pc:spChg>
        <pc:spChg chg="del">
          <ac:chgData name="Nat Trask" userId="384e9559073622a4" providerId="LiveId" clId="{B4914FED-F8C9-481A-A6D0-DDB97EE09C5D}" dt="2026-09-08T02:22:26.160" v="220" actId="478"/>
          <ac:spMkLst>
            <pc:docMk/>
            <pc:sldMk cId="551353265" sldId="315"/>
            <ac:spMk id="4" creationId="{0D62BC45-F95C-D156-C517-F0DE7EA4FDF8}"/>
          </ac:spMkLst>
        </pc:spChg>
        <pc:spChg chg="add mod">
          <ac:chgData name="Nat Trask" userId="384e9559073622a4" providerId="LiveId" clId="{B4914FED-F8C9-481A-A6D0-DDB97EE09C5D}" dt="2026-09-08T10:28:10.243" v="577" actId="1076"/>
          <ac:spMkLst>
            <pc:docMk/>
            <pc:sldMk cId="551353265" sldId="315"/>
            <ac:spMk id="4" creationId="{5958D272-73DD-2A82-2D03-BE0F0FBD2415}"/>
          </ac:spMkLst>
        </pc:spChg>
        <pc:spChg chg="del">
          <ac:chgData name="Nat Trask" userId="384e9559073622a4" providerId="LiveId" clId="{B4914FED-F8C9-481A-A6D0-DDB97EE09C5D}" dt="2026-09-08T02:22:26.160" v="220" actId="478"/>
          <ac:spMkLst>
            <pc:docMk/>
            <pc:sldMk cId="551353265" sldId="315"/>
            <ac:spMk id="5" creationId="{5F62E4B3-5D05-CAB2-59F0-AC5AAA9DD15B}"/>
          </ac:spMkLst>
        </pc:spChg>
        <pc:spChg chg="del">
          <ac:chgData name="Nat Trask" userId="384e9559073622a4" providerId="LiveId" clId="{B4914FED-F8C9-481A-A6D0-DDB97EE09C5D}" dt="2026-09-08T02:22:26.160" v="220" actId="478"/>
          <ac:spMkLst>
            <pc:docMk/>
            <pc:sldMk cId="551353265" sldId="315"/>
            <ac:spMk id="6" creationId="{1C47FB45-32A0-4497-3589-6E55BBA6B40A}"/>
          </ac:spMkLst>
        </pc:spChg>
        <pc:spChg chg="del">
          <ac:chgData name="Nat Trask" userId="384e9559073622a4" providerId="LiveId" clId="{B4914FED-F8C9-481A-A6D0-DDB97EE09C5D}" dt="2026-09-08T02:22:26.160" v="220" actId="478"/>
          <ac:spMkLst>
            <pc:docMk/>
            <pc:sldMk cId="551353265" sldId="315"/>
            <ac:spMk id="7" creationId="{F7C21F7D-B346-3EDA-DD7A-46FD61679860}"/>
          </ac:spMkLst>
        </pc:spChg>
        <pc:spChg chg="del">
          <ac:chgData name="Nat Trask" userId="384e9559073622a4" providerId="LiveId" clId="{B4914FED-F8C9-481A-A6D0-DDB97EE09C5D}" dt="2026-09-08T02:22:26.160" v="220" actId="478"/>
          <ac:spMkLst>
            <pc:docMk/>
            <pc:sldMk cId="551353265" sldId="315"/>
            <ac:spMk id="8" creationId="{EEA4663B-0EE8-A4BC-A5F6-4DDA45901ABB}"/>
          </ac:spMkLst>
        </pc:spChg>
        <pc:spChg chg="del">
          <ac:chgData name="Nat Trask" userId="384e9559073622a4" providerId="LiveId" clId="{B4914FED-F8C9-481A-A6D0-DDB97EE09C5D}" dt="2026-09-08T02:22:26.160" v="220" actId="478"/>
          <ac:spMkLst>
            <pc:docMk/>
            <pc:sldMk cId="551353265" sldId="315"/>
            <ac:spMk id="9" creationId="{17A58CF4-8592-4C4D-AC69-A8DCAAB8D34E}"/>
          </ac:spMkLst>
        </pc:spChg>
        <pc:spChg chg="del">
          <ac:chgData name="Nat Trask" userId="384e9559073622a4" providerId="LiveId" clId="{B4914FED-F8C9-481A-A6D0-DDB97EE09C5D}" dt="2026-09-08T02:22:26.160" v="220" actId="478"/>
          <ac:spMkLst>
            <pc:docMk/>
            <pc:sldMk cId="551353265" sldId="315"/>
            <ac:spMk id="10" creationId="{8A1D8A5E-C544-1B61-FA30-C6EEA379DF0A}"/>
          </ac:spMkLst>
        </pc:spChg>
        <pc:spChg chg="del">
          <ac:chgData name="Nat Trask" userId="384e9559073622a4" providerId="LiveId" clId="{B4914FED-F8C9-481A-A6D0-DDB97EE09C5D}" dt="2026-09-08T02:22:26.160" v="220" actId="478"/>
          <ac:spMkLst>
            <pc:docMk/>
            <pc:sldMk cId="551353265" sldId="315"/>
            <ac:spMk id="11" creationId="{171E7324-492B-CC7F-B81F-D96240EC261C}"/>
          </ac:spMkLst>
        </pc:spChg>
        <pc:picChg chg="add mod">
          <ac:chgData name="Nat Trask" userId="384e9559073622a4" providerId="LiveId" clId="{B4914FED-F8C9-481A-A6D0-DDB97EE09C5D}" dt="2026-09-08T02:22:52.684" v="223" actId="1076"/>
          <ac:picMkLst>
            <pc:docMk/>
            <pc:sldMk cId="551353265" sldId="315"/>
            <ac:picMk id="12" creationId="{4C0C14CF-CBE2-5113-748A-06238E554A12}"/>
          </ac:picMkLst>
        </pc:picChg>
        <pc:picChg chg="add mod">
          <ac:chgData name="Nat Trask" userId="384e9559073622a4" providerId="LiveId" clId="{B4914FED-F8C9-481A-A6D0-DDB97EE09C5D}" dt="2026-09-08T10:28:02.913" v="575" actId="1076"/>
          <ac:picMkLst>
            <pc:docMk/>
            <pc:sldMk cId="551353265" sldId="315"/>
            <ac:picMk id="13" creationId="{9C203986-0261-605B-F4F0-403867AE2318}"/>
          </ac:picMkLst>
        </pc:picChg>
        <pc:picChg chg="add mod">
          <ac:chgData name="Nat Trask" userId="384e9559073622a4" providerId="LiveId" clId="{B4914FED-F8C9-481A-A6D0-DDB97EE09C5D}" dt="2026-09-08T10:27:59.984" v="574" actId="1076"/>
          <ac:picMkLst>
            <pc:docMk/>
            <pc:sldMk cId="551353265" sldId="315"/>
            <ac:picMk id="14" creationId="{E57136D9-0937-051E-0FDD-498C84763805}"/>
          </ac:picMkLst>
        </pc:picChg>
        <pc:picChg chg="add mod">
          <ac:chgData name="Nat Trask" userId="384e9559073622a4" providerId="LiveId" clId="{B4914FED-F8C9-481A-A6D0-DDB97EE09C5D}" dt="2026-09-08T10:28:04.865" v="576" actId="1076"/>
          <ac:picMkLst>
            <pc:docMk/>
            <pc:sldMk cId="551353265" sldId="315"/>
            <ac:picMk id="15" creationId="{0CF650C1-95C6-70F2-8B32-016DCC2BA224}"/>
          </ac:picMkLst>
        </pc:picChg>
      </pc:sldChg>
      <pc:sldChg chg="modSp add mod">
        <pc:chgData name="Nat Trask" userId="384e9559073622a4" providerId="LiveId" clId="{B4914FED-F8C9-481A-A6D0-DDB97EE09C5D}" dt="2026-09-08T10:36:44.242" v="1321" actId="20577"/>
        <pc:sldMkLst>
          <pc:docMk/>
          <pc:sldMk cId="1772783486" sldId="316"/>
        </pc:sldMkLst>
        <pc:spChg chg="mod">
          <ac:chgData name="Nat Trask" userId="384e9559073622a4" providerId="LiveId" clId="{B4914FED-F8C9-481A-A6D0-DDB97EE09C5D}" dt="2026-09-08T10:31:50.118" v="752" actId="20577"/>
          <ac:spMkLst>
            <pc:docMk/>
            <pc:sldMk cId="1772783486" sldId="316"/>
            <ac:spMk id="16" creationId="{920FC285-2E94-3FBF-842E-5CFD2CDAA8E1}"/>
          </ac:spMkLst>
        </pc:spChg>
        <pc:spChg chg="mod">
          <ac:chgData name="Nat Trask" userId="384e9559073622a4" providerId="LiveId" clId="{B4914FED-F8C9-481A-A6D0-DDB97EE09C5D}" dt="2026-09-08T10:36:44.242" v="1321" actId="20577"/>
          <ac:spMkLst>
            <pc:docMk/>
            <pc:sldMk cId="1772783486" sldId="316"/>
            <ac:spMk id="17" creationId="{A134B9FA-62A1-2623-6379-13CE87EF399D}"/>
          </ac:spMkLst>
        </pc:spChg>
      </pc:sldChg>
      <pc:sldChg chg="addSp delSp modSp add mod">
        <pc:chgData name="Nat Trask" userId="384e9559073622a4" providerId="LiveId" clId="{B4914FED-F8C9-481A-A6D0-DDB97EE09C5D}" dt="2026-09-08T11:05:16.885" v="2771" actId="1076"/>
        <pc:sldMkLst>
          <pc:docMk/>
          <pc:sldMk cId="4197508058" sldId="4249"/>
        </pc:sldMkLst>
        <pc:spChg chg="mod">
          <ac:chgData name="Nat Trask" userId="384e9559073622a4" providerId="LiveId" clId="{B4914FED-F8C9-481A-A6D0-DDB97EE09C5D}" dt="2026-09-08T10:55:38.496" v="2645" actId="20577"/>
          <ac:spMkLst>
            <pc:docMk/>
            <pc:sldMk cId="4197508058" sldId="4249"/>
            <ac:spMk id="7" creationId="{8C5550D5-A90D-CECE-CE83-EA60073DBE41}"/>
          </ac:spMkLst>
        </pc:spChg>
        <pc:spChg chg="add del mod">
          <ac:chgData name="Nat Trask" userId="384e9559073622a4" providerId="LiveId" clId="{B4914FED-F8C9-481A-A6D0-DDB97EE09C5D}" dt="2026-09-08T11:01:48.943" v="2709" actId="478"/>
          <ac:spMkLst>
            <pc:docMk/>
            <pc:sldMk cId="4197508058" sldId="4249"/>
            <ac:spMk id="8" creationId="{572D1472-8C6A-BE87-9615-E250253E9650}"/>
          </ac:spMkLst>
        </pc:spChg>
        <pc:spChg chg="del">
          <ac:chgData name="Nat Trask" userId="384e9559073622a4" providerId="LiveId" clId="{B4914FED-F8C9-481A-A6D0-DDB97EE09C5D}" dt="2026-09-08T10:54:30.037" v="2552" actId="478"/>
          <ac:spMkLst>
            <pc:docMk/>
            <pc:sldMk cId="4197508058" sldId="4249"/>
            <ac:spMk id="10" creationId="{B07A9124-AD70-9643-98BD-83EE608FB907}"/>
          </ac:spMkLst>
        </pc:spChg>
        <pc:spChg chg="add mod">
          <ac:chgData name="Nat Trask" userId="384e9559073622a4" providerId="LiveId" clId="{B4914FED-F8C9-481A-A6D0-DDB97EE09C5D}" dt="2026-09-08T11:05:08.671" v="2767" actId="1076"/>
          <ac:spMkLst>
            <pc:docMk/>
            <pc:sldMk cId="4197508058" sldId="4249"/>
            <ac:spMk id="13" creationId="{3CC524EF-A9D1-166C-7899-5A4BB6CB3338}"/>
          </ac:spMkLst>
        </pc:spChg>
        <pc:spChg chg="del">
          <ac:chgData name="Nat Trask" userId="384e9559073622a4" providerId="LiveId" clId="{B4914FED-F8C9-481A-A6D0-DDB97EE09C5D}" dt="2026-09-08T10:54:30.037" v="2552" actId="478"/>
          <ac:spMkLst>
            <pc:docMk/>
            <pc:sldMk cId="4197508058" sldId="4249"/>
            <ac:spMk id="51" creationId="{0F7E0A86-3638-55E4-1D48-07652780DF31}"/>
          </ac:spMkLst>
        </pc:spChg>
        <pc:spChg chg="del">
          <ac:chgData name="Nat Trask" userId="384e9559073622a4" providerId="LiveId" clId="{B4914FED-F8C9-481A-A6D0-DDB97EE09C5D}" dt="2026-09-08T10:54:30.037" v="2552" actId="478"/>
          <ac:spMkLst>
            <pc:docMk/>
            <pc:sldMk cId="4197508058" sldId="4249"/>
            <ac:spMk id="52" creationId="{8AB254C2-5574-AD43-9930-143A25A9CDBD}"/>
          </ac:spMkLst>
        </pc:spChg>
        <pc:spChg chg="del">
          <ac:chgData name="Nat Trask" userId="384e9559073622a4" providerId="LiveId" clId="{B4914FED-F8C9-481A-A6D0-DDB97EE09C5D}" dt="2026-09-08T10:54:30.037" v="2552" actId="478"/>
          <ac:spMkLst>
            <pc:docMk/>
            <pc:sldMk cId="4197508058" sldId="4249"/>
            <ac:spMk id="54" creationId="{F41EC3DF-6A52-EDA7-FA38-09C12C76E0FE}"/>
          </ac:spMkLst>
        </pc:spChg>
        <pc:spChg chg="del">
          <ac:chgData name="Nat Trask" userId="384e9559073622a4" providerId="LiveId" clId="{B4914FED-F8C9-481A-A6D0-DDB97EE09C5D}" dt="2026-09-08T10:54:32.661" v="2553" actId="478"/>
          <ac:spMkLst>
            <pc:docMk/>
            <pc:sldMk cId="4197508058" sldId="4249"/>
            <ac:spMk id="56" creationId="{7C18B90D-BF5E-61E0-1BB5-E34758C5D580}"/>
          </ac:spMkLst>
        </pc:spChg>
        <pc:spChg chg="del">
          <ac:chgData name="Nat Trask" userId="384e9559073622a4" providerId="LiveId" clId="{B4914FED-F8C9-481A-A6D0-DDB97EE09C5D}" dt="2026-09-08T10:54:35.050" v="2554" actId="478"/>
          <ac:spMkLst>
            <pc:docMk/>
            <pc:sldMk cId="4197508058" sldId="4249"/>
            <ac:spMk id="58" creationId="{B79AAE14-83F8-07C6-824E-FB947B2332EA}"/>
          </ac:spMkLst>
        </pc:spChg>
        <pc:picChg chg="del">
          <ac:chgData name="Nat Trask" userId="384e9559073622a4" providerId="LiveId" clId="{B4914FED-F8C9-481A-A6D0-DDB97EE09C5D}" dt="2026-09-08T10:54:30.037" v="2552" actId="478"/>
          <ac:picMkLst>
            <pc:docMk/>
            <pc:sldMk cId="4197508058" sldId="4249"/>
            <ac:picMk id="3" creationId="{11DA51B7-9CD1-8944-F646-5991693CBA50}"/>
          </ac:picMkLst>
        </pc:picChg>
        <pc:picChg chg="add mod">
          <ac:chgData name="Nat Trask" userId="384e9559073622a4" providerId="LiveId" clId="{B4914FED-F8C9-481A-A6D0-DDB97EE09C5D}" dt="2026-09-08T11:05:10.807" v="2768" actId="1076"/>
          <ac:picMkLst>
            <pc:docMk/>
            <pc:sldMk cId="4197508058" sldId="4249"/>
            <ac:picMk id="4" creationId="{E6FA1A13-585B-7544-4F4D-303204899598}"/>
          </ac:picMkLst>
        </pc:picChg>
        <pc:picChg chg="del">
          <ac:chgData name="Nat Trask" userId="384e9559073622a4" providerId="LiveId" clId="{B4914FED-F8C9-481A-A6D0-DDB97EE09C5D}" dt="2026-09-08T10:54:30.037" v="2552" actId="478"/>
          <ac:picMkLst>
            <pc:docMk/>
            <pc:sldMk cId="4197508058" sldId="4249"/>
            <ac:picMk id="6" creationId="{AD685A6A-01B5-BB82-B2E1-2046C07977AE}"/>
          </ac:picMkLst>
        </pc:picChg>
        <pc:picChg chg="del">
          <ac:chgData name="Nat Trask" userId="384e9559073622a4" providerId="LiveId" clId="{B4914FED-F8C9-481A-A6D0-DDB97EE09C5D}" dt="2026-09-08T10:54:30.037" v="2552" actId="478"/>
          <ac:picMkLst>
            <pc:docMk/>
            <pc:sldMk cId="4197508058" sldId="4249"/>
            <ac:picMk id="11" creationId="{70D133D4-7FC3-B0C2-24F7-228C5919C58E}"/>
          </ac:picMkLst>
        </pc:picChg>
        <pc:picChg chg="add mod">
          <ac:chgData name="Nat Trask" userId="384e9559073622a4" providerId="LiveId" clId="{B4914FED-F8C9-481A-A6D0-DDB97EE09C5D}" dt="2026-09-08T11:05:05.282" v="2766" actId="1076"/>
          <ac:picMkLst>
            <pc:docMk/>
            <pc:sldMk cId="4197508058" sldId="4249"/>
            <ac:picMk id="12" creationId="{88D9CA7E-078F-C8AF-6171-3BDFFFD94D47}"/>
          </ac:picMkLst>
        </pc:picChg>
        <pc:picChg chg="add mod">
          <ac:chgData name="Nat Trask" userId="384e9559073622a4" providerId="LiveId" clId="{B4914FED-F8C9-481A-A6D0-DDB97EE09C5D}" dt="2026-09-08T11:05:16.885" v="2771" actId="1076"/>
          <ac:picMkLst>
            <pc:docMk/>
            <pc:sldMk cId="4197508058" sldId="4249"/>
            <ac:picMk id="15" creationId="{3074FDDB-61B7-2015-3CB3-254BACA16BBB}"/>
          </ac:picMkLst>
        </pc:picChg>
        <pc:picChg chg="mod">
          <ac:chgData name="Nat Trask" userId="384e9559073622a4" providerId="LiveId" clId="{B4914FED-F8C9-481A-A6D0-DDB97EE09C5D}" dt="2026-09-08T10:54:45.286" v="2558" actId="14100"/>
          <ac:picMkLst>
            <pc:docMk/>
            <pc:sldMk cId="4197508058" sldId="4249"/>
            <ac:picMk id="48" creationId="{CFBA0C12-C6E8-77C5-DF6A-30953CED5C7B}"/>
          </ac:picMkLst>
        </pc:picChg>
        <pc:picChg chg="mod">
          <ac:chgData name="Nat Trask" userId="384e9559073622a4" providerId="LiveId" clId="{B4914FED-F8C9-481A-A6D0-DDB97EE09C5D}" dt="2026-09-08T10:54:49.844" v="2559" actId="14100"/>
          <ac:picMkLst>
            <pc:docMk/>
            <pc:sldMk cId="4197508058" sldId="4249"/>
            <ac:picMk id="50" creationId="{79BE6CD4-329E-3F0D-8F2B-19A700ABA26B}"/>
          </ac:picMkLst>
        </pc:picChg>
      </pc:sldChg>
      <pc:sldChg chg="add">
        <pc:chgData name="Nat Trask" userId="384e9559073622a4" providerId="LiveId" clId="{B4914FED-F8C9-481A-A6D0-DDB97EE09C5D}" dt="2026-09-08T10:51:53.337" v="2536"/>
        <pc:sldMkLst>
          <pc:docMk/>
          <pc:sldMk cId="414421201" sldId="4255"/>
        </pc:sldMkLst>
      </pc:sldChg>
      <pc:sldChg chg="add">
        <pc:chgData name="Nat Trask" userId="384e9559073622a4" providerId="LiveId" clId="{B4914FED-F8C9-481A-A6D0-DDB97EE09C5D}" dt="2026-09-08T10:52:29.892" v="2538"/>
        <pc:sldMkLst>
          <pc:docMk/>
          <pc:sldMk cId="3773873386" sldId="4256"/>
        </pc:sldMkLst>
      </pc:sldChg>
      <pc:sldChg chg="add">
        <pc:chgData name="Nat Trask" userId="384e9559073622a4" providerId="LiveId" clId="{B4914FED-F8C9-481A-A6D0-DDB97EE09C5D}" dt="2026-09-08T10:52:17.118" v="2537"/>
        <pc:sldMkLst>
          <pc:docMk/>
          <pc:sldMk cId="1844980827" sldId="4258"/>
        </pc:sldMkLst>
      </pc:sldChg>
      <pc:sldChg chg="addSp delSp modSp add mod">
        <pc:chgData name="Nat Trask" userId="384e9559073622a4" providerId="LiveId" clId="{B4914FED-F8C9-481A-A6D0-DDB97EE09C5D}" dt="2026-09-08T10:53:10.729" v="2543" actId="1076"/>
        <pc:sldMkLst>
          <pc:docMk/>
          <pc:sldMk cId="1234467323" sldId="4259"/>
        </pc:sldMkLst>
        <pc:spChg chg="del">
          <ac:chgData name="Nat Trask" userId="384e9559073622a4" providerId="LiveId" clId="{B4914FED-F8C9-481A-A6D0-DDB97EE09C5D}" dt="2026-09-08T10:53:00.836" v="2540" actId="478"/>
          <ac:spMkLst>
            <pc:docMk/>
            <pc:sldMk cId="1234467323" sldId="4259"/>
            <ac:spMk id="4" creationId="{E6EF4B42-EE17-2D7E-2B03-882B1C938772}"/>
          </ac:spMkLst>
        </pc:spChg>
        <pc:picChg chg="add mod">
          <ac:chgData name="Nat Trask" userId="384e9559073622a4" providerId="LiveId" clId="{B4914FED-F8C9-481A-A6D0-DDB97EE09C5D}" dt="2026-09-08T10:53:10.729" v="2543" actId="1076"/>
          <ac:picMkLst>
            <pc:docMk/>
            <pc:sldMk cId="1234467323" sldId="4259"/>
            <ac:picMk id="6" creationId="{DC84AC4D-6468-8757-CD55-E3A223AF4B01}"/>
          </ac:picMkLst>
        </pc:picChg>
      </pc:sldChg>
      <pc:sldChg chg="addSp delSp modSp add mod">
        <pc:chgData name="Nat Trask" userId="384e9559073622a4" providerId="LiveId" clId="{B4914FED-F8C9-481A-A6D0-DDB97EE09C5D}" dt="2026-09-08T10:58:13.426" v="2701" actId="1076"/>
        <pc:sldMkLst>
          <pc:docMk/>
          <pc:sldMk cId="2353171502" sldId="4260"/>
        </pc:sldMkLst>
        <pc:spChg chg="mod">
          <ac:chgData name="Nat Trask" userId="384e9559073622a4" providerId="LiveId" clId="{B4914FED-F8C9-481A-A6D0-DDB97EE09C5D}" dt="2026-09-08T10:57:16.173" v="2697" actId="20577"/>
          <ac:spMkLst>
            <pc:docMk/>
            <pc:sldMk cId="2353171502" sldId="4260"/>
            <ac:spMk id="2" creationId="{852B1051-06DB-557F-B5A5-C94ABF561A7E}"/>
          </ac:spMkLst>
        </pc:spChg>
        <pc:spChg chg="add mod">
          <ac:chgData name="Nat Trask" userId="384e9559073622a4" providerId="LiveId" clId="{B4914FED-F8C9-481A-A6D0-DDB97EE09C5D}" dt="2026-09-08T10:58:13.426" v="2701" actId="1076"/>
          <ac:spMkLst>
            <pc:docMk/>
            <pc:sldMk cId="2353171502" sldId="4260"/>
            <ac:spMk id="8" creationId="{EADAF4CC-3239-209E-5064-253C29D7BFDD}"/>
          </ac:spMkLst>
        </pc:spChg>
        <pc:spChg chg="del">
          <ac:chgData name="Nat Trask" userId="384e9559073622a4" providerId="LiveId" clId="{B4914FED-F8C9-481A-A6D0-DDB97EE09C5D}" dt="2026-09-08T10:57:20.196" v="2698" actId="478"/>
          <ac:spMkLst>
            <pc:docMk/>
            <pc:sldMk cId="2353171502" sldId="4260"/>
            <ac:spMk id="13" creationId="{6257E84B-4E74-B872-35DE-016212FCC783}"/>
          </ac:spMkLst>
        </pc:spChg>
        <pc:picChg chg="del">
          <ac:chgData name="Nat Trask" userId="384e9559073622a4" providerId="LiveId" clId="{B4914FED-F8C9-481A-A6D0-DDB97EE09C5D}" dt="2026-09-08T10:57:20.196" v="2698" actId="478"/>
          <ac:picMkLst>
            <pc:docMk/>
            <pc:sldMk cId="2353171502" sldId="4260"/>
            <ac:picMk id="5" creationId="{CF0EEE14-5DC1-C564-BE5E-34A2E4B72118}"/>
          </ac:picMkLst>
        </pc:picChg>
        <pc:picChg chg="add">
          <ac:chgData name="Nat Trask" userId="384e9559073622a4" providerId="LiveId" clId="{B4914FED-F8C9-481A-A6D0-DDB97EE09C5D}" dt="2026-09-08T10:57:20.806" v="2699" actId="22"/>
          <ac:picMkLst>
            <pc:docMk/>
            <pc:sldMk cId="2353171502" sldId="4260"/>
            <ac:picMk id="6" creationId="{EEC76192-F090-BED6-862D-68D9CAA2151C}"/>
          </ac:picMkLst>
        </pc:picChg>
        <pc:picChg chg="del">
          <ac:chgData name="Nat Trask" userId="384e9559073622a4" providerId="LiveId" clId="{B4914FED-F8C9-481A-A6D0-DDB97EE09C5D}" dt="2026-09-08T10:57:20.196" v="2698" actId="478"/>
          <ac:picMkLst>
            <pc:docMk/>
            <pc:sldMk cId="2353171502" sldId="4260"/>
            <ac:picMk id="11" creationId="{E31FCD3C-E743-194C-F85E-C7BED4D4B5C5}"/>
          </ac:picMkLst>
        </pc:picChg>
        <pc:picChg chg="del">
          <ac:chgData name="Nat Trask" userId="384e9559073622a4" providerId="LiveId" clId="{B4914FED-F8C9-481A-A6D0-DDB97EE09C5D}" dt="2026-09-08T10:57:20.196" v="2698" actId="478"/>
          <ac:picMkLst>
            <pc:docMk/>
            <pc:sldMk cId="2353171502" sldId="4260"/>
            <ac:picMk id="14" creationId="{0AC7F874-F4E9-DBE0-C22E-E22611C76C46}"/>
          </ac:picMkLst>
        </pc:picChg>
      </pc:sldChg>
      <pc:sldChg chg="delSp add del mod ord">
        <pc:chgData name="Nat Trask" userId="384e9559073622a4" providerId="LiveId" clId="{B4914FED-F8C9-481A-A6D0-DDB97EE09C5D}" dt="2026-09-08T10:54:13.969" v="2550" actId="47"/>
        <pc:sldMkLst>
          <pc:docMk/>
          <pc:sldMk cId="4030746508" sldId="4260"/>
        </pc:sldMkLst>
        <pc:spChg chg="del">
          <ac:chgData name="Nat Trask" userId="384e9559073622a4" providerId="LiveId" clId="{B4914FED-F8C9-481A-A6D0-DDB97EE09C5D}" dt="2026-09-08T10:53:57.783" v="2545" actId="478"/>
          <ac:spMkLst>
            <pc:docMk/>
            <pc:sldMk cId="4030746508" sldId="4260"/>
            <ac:spMk id="9" creationId="{A063D373-A5D1-FD3B-FE3B-DFE9CF422D9A}"/>
          </ac:spMkLst>
        </pc:spChg>
        <pc:spChg chg="del">
          <ac:chgData name="Nat Trask" userId="384e9559073622a4" providerId="LiveId" clId="{B4914FED-F8C9-481A-A6D0-DDB97EE09C5D}" dt="2026-09-08T10:53:57.783" v="2545" actId="478"/>
          <ac:spMkLst>
            <pc:docMk/>
            <pc:sldMk cId="4030746508" sldId="4260"/>
            <ac:spMk id="13" creationId="{CF98C139-686D-108D-8727-67E562C0F9CF}"/>
          </ac:spMkLst>
        </pc:spChg>
        <pc:spChg chg="del">
          <ac:chgData name="Nat Trask" userId="384e9559073622a4" providerId="LiveId" clId="{B4914FED-F8C9-481A-A6D0-DDB97EE09C5D}" dt="2026-09-08T10:53:57.783" v="2545" actId="478"/>
          <ac:spMkLst>
            <pc:docMk/>
            <pc:sldMk cId="4030746508" sldId="4260"/>
            <ac:spMk id="30" creationId="{4B2D2B44-024A-9CE7-E218-52B82CC54330}"/>
          </ac:spMkLst>
        </pc:spChg>
        <pc:spChg chg="del">
          <ac:chgData name="Nat Trask" userId="384e9559073622a4" providerId="LiveId" clId="{B4914FED-F8C9-481A-A6D0-DDB97EE09C5D}" dt="2026-09-08T10:53:57.783" v="2545" actId="478"/>
          <ac:spMkLst>
            <pc:docMk/>
            <pc:sldMk cId="4030746508" sldId="4260"/>
            <ac:spMk id="34" creationId="{69259DC0-843D-EEA3-2F2B-F4DCBCFC1041}"/>
          </ac:spMkLst>
        </pc:spChg>
        <pc:spChg chg="del">
          <ac:chgData name="Nat Trask" userId="384e9559073622a4" providerId="LiveId" clId="{B4914FED-F8C9-481A-A6D0-DDB97EE09C5D}" dt="2026-09-08T10:53:57.783" v="2545" actId="478"/>
          <ac:spMkLst>
            <pc:docMk/>
            <pc:sldMk cId="4030746508" sldId="4260"/>
            <ac:spMk id="38" creationId="{A3EE1603-2335-57DD-D0B1-3EAAB4B1989E}"/>
          </ac:spMkLst>
        </pc:spChg>
        <pc:spChg chg="del">
          <ac:chgData name="Nat Trask" userId="384e9559073622a4" providerId="LiveId" clId="{B4914FED-F8C9-481A-A6D0-DDB97EE09C5D}" dt="2026-09-08T10:53:57.783" v="2545" actId="478"/>
          <ac:spMkLst>
            <pc:docMk/>
            <pc:sldMk cId="4030746508" sldId="4260"/>
            <ac:spMk id="40" creationId="{ABEB54A0-72F9-C686-E909-DEA845F07067}"/>
          </ac:spMkLst>
        </pc:spChg>
        <pc:spChg chg="del">
          <ac:chgData name="Nat Trask" userId="384e9559073622a4" providerId="LiveId" clId="{B4914FED-F8C9-481A-A6D0-DDB97EE09C5D}" dt="2026-09-08T10:53:57.783" v="2545" actId="478"/>
          <ac:spMkLst>
            <pc:docMk/>
            <pc:sldMk cId="4030746508" sldId="4260"/>
            <ac:spMk id="42" creationId="{E5C91DF6-4FAA-5DF4-0D96-38C5B78E4B9D}"/>
          </ac:spMkLst>
        </pc:spChg>
        <pc:spChg chg="del">
          <ac:chgData name="Nat Trask" userId="384e9559073622a4" providerId="LiveId" clId="{B4914FED-F8C9-481A-A6D0-DDB97EE09C5D}" dt="2026-09-08T10:53:57.783" v="2545" actId="478"/>
          <ac:spMkLst>
            <pc:docMk/>
            <pc:sldMk cId="4030746508" sldId="4260"/>
            <ac:spMk id="46" creationId="{305219E7-A545-B03F-9485-4030E348597E}"/>
          </ac:spMkLst>
        </pc:spChg>
        <pc:spChg chg="del">
          <ac:chgData name="Nat Trask" userId="384e9559073622a4" providerId="LiveId" clId="{B4914FED-F8C9-481A-A6D0-DDB97EE09C5D}" dt="2026-09-08T10:53:57.783" v="2545" actId="478"/>
          <ac:spMkLst>
            <pc:docMk/>
            <pc:sldMk cId="4030746508" sldId="4260"/>
            <ac:spMk id="48" creationId="{653AADE1-9C8F-8214-9614-D707E1EFD867}"/>
          </ac:spMkLst>
        </pc:spChg>
        <pc:spChg chg="del">
          <ac:chgData name="Nat Trask" userId="384e9559073622a4" providerId="LiveId" clId="{B4914FED-F8C9-481A-A6D0-DDB97EE09C5D}" dt="2026-09-08T10:53:57.783" v="2545" actId="478"/>
          <ac:spMkLst>
            <pc:docMk/>
            <pc:sldMk cId="4030746508" sldId="4260"/>
            <ac:spMk id="52" creationId="{053FA054-D318-7FFB-DEE0-FD7A4F412C35}"/>
          </ac:spMkLst>
        </pc:spChg>
        <pc:picChg chg="del">
          <ac:chgData name="Nat Trask" userId="384e9559073622a4" providerId="LiveId" clId="{B4914FED-F8C9-481A-A6D0-DDB97EE09C5D}" dt="2026-09-08T10:54:02.484" v="2547" actId="478"/>
          <ac:picMkLst>
            <pc:docMk/>
            <pc:sldMk cId="4030746508" sldId="4260"/>
            <ac:picMk id="3" creationId="{7960202F-3D65-D3DD-C622-F3B36F02D323}"/>
          </ac:picMkLst>
        </pc:picChg>
        <pc:picChg chg="del">
          <ac:chgData name="Nat Trask" userId="384e9559073622a4" providerId="LiveId" clId="{B4914FED-F8C9-481A-A6D0-DDB97EE09C5D}" dt="2026-09-08T10:54:00.750" v="2546" actId="478"/>
          <ac:picMkLst>
            <pc:docMk/>
            <pc:sldMk cId="4030746508" sldId="4260"/>
            <ac:picMk id="6" creationId="{440DFACC-B042-CD26-5128-B8070419C1A2}"/>
          </ac:picMkLst>
        </pc:picChg>
      </pc:sldChg>
    </pc:docChg>
  </pc:docChgLst>
  <pc:docChgLst>
    <pc:chgData name="Nat Trask" userId="384e9559073622a4" providerId="LiveId" clId="{BA229D61-2944-4378-A858-36FF3999829F}"/>
    <pc:docChg chg="undo custSel addSld delSld modSld sldOrd">
      <pc:chgData name="Nat Trask" userId="384e9559073622a4" providerId="LiveId" clId="{BA229D61-2944-4378-A858-36FF3999829F}" dt="2026-09-07T12:51:11.850" v="2939" actId="20577"/>
      <pc:docMkLst>
        <pc:docMk/>
      </pc:docMkLst>
      <pc:sldChg chg="modSp mod">
        <pc:chgData name="Nat Trask" userId="384e9559073622a4" providerId="LiveId" clId="{BA229D61-2944-4378-A858-36FF3999829F}" dt="2026-09-07T08:44:11.781" v="0" actId="20577"/>
        <pc:sldMkLst>
          <pc:docMk/>
          <pc:sldMk cId="0" sldId="256"/>
        </pc:sldMkLst>
        <pc:spChg chg="mod">
          <ac:chgData name="Nat Trask" userId="384e9559073622a4" providerId="LiveId" clId="{BA229D61-2944-4378-A858-36FF3999829F}" dt="2026-09-07T08:44:11.781" v="0" actId="20577"/>
          <ac:spMkLst>
            <pc:docMk/>
            <pc:sldMk cId="0" sldId="256"/>
            <ac:spMk id="3" creationId="{00000000-0000-0000-0000-000000000000}"/>
          </ac:spMkLst>
        </pc:spChg>
      </pc:sldChg>
      <pc:sldChg chg="addSp modSp mod">
        <pc:chgData name="Nat Trask" userId="384e9559073622a4" providerId="LiveId" clId="{BA229D61-2944-4378-A858-36FF3999829F}" dt="2026-09-07T09:53:54.399" v="2668" actId="20577"/>
        <pc:sldMkLst>
          <pc:docMk/>
          <pc:sldMk cId="0" sldId="257"/>
        </pc:sldMkLst>
        <pc:spChg chg="mod">
          <ac:chgData name="Nat Trask" userId="384e9559073622a4" providerId="LiveId" clId="{BA229D61-2944-4378-A858-36FF3999829F}" dt="2026-09-07T09:53:54.399" v="2668" actId="20577"/>
          <ac:spMkLst>
            <pc:docMk/>
            <pc:sldMk cId="0" sldId="257"/>
            <ac:spMk id="4" creationId="{00000000-0000-0000-0000-000000000000}"/>
          </ac:spMkLst>
        </pc:spChg>
        <pc:spChg chg="mod">
          <ac:chgData name="Nat Trask" userId="384e9559073622a4" providerId="LiveId" clId="{BA229D61-2944-4378-A858-36FF3999829F}" dt="2026-09-07T09:51:03.532" v="2633" actId="1076"/>
          <ac:spMkLst>
            <pc:docMk/>
            <pc:sldMk cId="0" sldId="257"/>
            <ac:spMk id="5" creationId="{00000000-0000-0000-0000-000000000000}"/>
          </ac:spMkLst>
        </pc:spChg>
        <pc:spChg chg="add mod">
          <ac:chgData name="Nat Trask" userId="384e9559073622a4" providerId="LiveId" clId="{BA229D61-2944-4378-A858-36FF3999829F}" dt="2026-09-07T09:52:42.559" v="2652" actId="20577"/>
          <ac:spMkLst>
            <pc:docMk/>
            <pc:sldMk cId="0" sldId="257"/>
            <ac:spMk id="9" creationId="{70958203-0AD6-A217-4163-D4E261095045}"/>
          </ac:spMkLst>
        </pc:spChg>
        <pc:spChg chg="add mod">
          <ac:chgData name="Nat Trask" userId="384e9559073622a4" providerId="LiveId" clId="{BA229D61-2944-4378-A858-36FF3999829F}" dt="2026-09-07T09:52:57.173" v="2664" actId="113"/>
          <ac:spMkLst>
            <pc:docMk/>
            <pc:sldMk cId="0" sldId="257"/>
            <ac:spMk id="10" creationId="{7D0946F4-1017-6B03-0936-9F25ADC02ABD}"/>
          </ac:spMkLst>
        </pc:spChg>
        <pc:picChg chg="add mod">
          <ac:chgData name="Nat Trask" userId="384e9559073622a4" providerId="LiveId" clId="{BA229D61-2944-4378-A858-36FF3999829F}" dt="2026-09-07T09:51:37.939" v="2637" actId="1076"/>
          <ac:picMkLst>
            <pc:docMk/>
            <pc:sldMk cId="0" sldId="257"/>
            <ac:picMk id="7" creationId="{6F621B15-815A-C0A0-B93C-93F594F842B3}"/>
          </ac:picMkLst>
        </pc:picChg>
        <pc:picChg chg="add mod">
          <ac:chgData name="Nat Trask" userId="384e9559073622a4" providerId="LiveId" clId="{BA229D61-2944-4378-A858-36FF3999829F}" dt="2026-09-07T09:52:21.484" v="2642" actId="1076"/>
          <ac:picMkLst>
            <pc:docMk/>
            <pc:sldMk cId="0" sldId="257"/>
            <ac:picMk id="8" creationId="{68616E95-CB41-F7AC-80F5-4F0E49D26174}"/>
          </ac:picMkLst>
        </pc:picChg>
      </pc:sldChg>
      <pc:sldChg chg="modSp mod">
        <pc:chgData name="Nat Trask" userId="384e9559073622a4" providerId="LiveId" clId="{BA229D61-2944-4378-A858-36FF3999829F}" dt="2026-09-07T09:03:39.480" v="672" actId="20577"/>
        <pc:sldMkLst>
          <pc:docMk/>
          <pc:sldMk cId="0" sldId="258"/>
        </pc:sldMkLst>
        <pc:spChg chg="mod">
          <ac:chgData name="Nat Trask" userId="384e9559073622a4" providerId="LiveId" clId="{BA229D61-2944-4378-A858-36FF3999829F}" dt="2026-09-07T09:03:39.480" v="672" actId="20577"/>
          <ac:spMkLst>
            <pc:docMk/>
            <pc:sldMk cId="0" sldId="258"/>
            <ac:spMk id="5" creationId="{00000000-0000-0000-0000-000000000000}"/>
          </ac:spMkLst>
        </pc:spChg>
      </pc:sldChg>
      <pc:sldChg chg="modSp mod">
        <pc:chgData name="Nat Trask" userId="384e9559073622a4" providerId="LiveId" clId="{BA229D61-2944-4378-A858-36FF3999829F}" dt="2026-09-07T09:04:18.284" v="694" actId="113"/>
        <pc:sldMkLst>
          <pc:docMk/>
          <pc:sldMk cId="0" sldId="259"/>
        </pc:sldMkLst>
        <pc:spChg chg="mod">
          <ac:chgData name="Nat Trask" userId="384e9559073622a4" providerId="LiveId" clId="{BA229D61-2944-4378-A858-36FF3999829F}" dt="2026-09-07T09:04:05.743" v="693" actId="20577"/>
          <ac:spMkLst>
            <pc:docMk/>
            <pc:sldMk cId="0" sldId="259"/>
            <ac:spMk id="2" creationId="{00000000-0000-0000-0000-000000000000}"/>
          </ac:spMkLst>
        </pc:spChg>
        <pc:spChg chg="mod">
          <ac:chgData name="Nat Trask" userId="384e9559073622a4" providerId="LiveId" clId="{BA229D61-2944-4378-A858-36FF3999829F}" dt="2026-09-07T09:04:18.284" v="694" actId="113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Nat Trask" userId="384e9559073622a4" providerId="LiveId" clId="{BA229D61-2944-4378-A858-36FF3999829F}" dt="2026-09-07T09:09:47.278" v="1220" actId="20577"/>
        <pc:sldMkLst>
          <pc:docMk/>
          <pc:sldMk cId="0" sldId="260"/>
        </pc:sldMkLst>
        <pc:spChg chg="mod">
          <ac:chgData name="Nat Trask" userId="384e9559073622a4" providerId="LiveId" clId="{BA229D61-2944-4378-A858-36FF3999829F}" dt="2026-09-07T09:05:43.549" v="754" actId="20577"/>
          <ac:spMkLst>
            <pc:docMk/>
            <pc:sldMk cId="0" sldId="260"/>
            <ac:spMk id="2" creationId="{00000000-0000-0000-0000-000000000000}"/>
          </ac:spMkLst>
        </pc:spChg>
        <pc:spChg chg="mod">
          <ac:chgData name="Nat Trask" userId="384e9559073622a4" providerId="LiveId" clId="{BA229D61-2944-4378-A858-36FF3999829F}" dt="2026-09-07T09:05:49.022" v="760" actId="20577"/>
          <ac:spMkLst>
            <pc:docMk/>
            <pc:sldMk cId="0" sldId="260"/>
            <ac:spMk id="4" creationId="{00000000-0000-0000-0000-000000000000}"/>
          </ac:spMkLst>
        </pc:spChg>
        <pc:spChg chg="mod">
          <ac:chgData name="Nat Trask" userId="384e9559073622a4" providerId="LiveId" clId="{BA229D61-2944-4378-A858-36FF3999829F}" dt="2026-09-07T09:09:42.620" v="1198" actId="20577"/>
          <ac:spMkLst>
            <pc:docMk/>
            <pc:sldMk cId="0" sldId="260"/>
            <ac:spMk id="5" creationId="{00000000-0000-0000-0000-000000000000}"/>
          </ac:spMkLst>
        </pc:spChg>
        <pc:spChg chg="mod">
          <ac:chgData name="Nat Trask" userId="384e9559073622a4" providerId="LiveId" clId="{BA229D61-2944-4378-A858-36FF3999829F}" dt="2026-09-07T09:09:47.278" v="1220" actId="20577"/>
          <ac:spMkLst>
            <pc:docMk/>
            <pc:sldMk cId="0" sldId="260"/>
            <ac:spMk id="7" creationId="{00000000-0000-0000-0000-000000000000}"/>
          </ac:spMkLst>
        </pc:spChg>
        <pc:spChg chg="mod">
          <ac:chgData name="Nat Trask" userId="384e9559073622a4" providerId="LiveId" clId="{BA229D61-2944-4378-A858-36FF3999829F}" dt="2026-09-07T09:07:53.530" v="978" actId="20577"/>
          <ac:spMkLst>
            <pc:docMk/>
            <pc:sldMk cId="0" sldId="260"/>
            <ac:spMk id="8" creationId="{00000000-0000-0000-0000-000000000000}"/>
          </ac:spMkLst>
        </pc:spChg>
        <pc:spChg chg="mod">
          <ac:chgData name="Nat Trask" userId="384e9559073622a4" providerId="LiveId" clId="{BA229D61-2944-4378-A858-36FF3999829F}" dt="2026-09-07T09:09:17.350" v="1183" actId="20577"/>
          <ac:spMkLst>
            <pc:docMk/>
            <pc:sldMk cId="0" sldId="260"/>
            <ac:spMk id="9" creationId="{00000000-0000-0000-0000-000000000000}"/>
          </ac:spMkLst>
        </pc:spChg>
      </pc:sldChg>
      <pc:sldChg chg="ord">
        <pc:chgData name="Nat Trask" userId="384e9559073622a4" providerId="LiveId" clId="{BA229D61-2944-4378-A858-36FF3999829F}" dt="2026-09-07T12:47:45.819" v="2727"/>
        <pc:sldMkLst>
          <pc:docMk/>
          <pc:sldMk cId="0" sldId="263"/>
        </pc:sldMkLst>
      </pc:sldChg>
      <pc:sldChg chg="modSp mod ord">
        <pc:chgData name="Nat Trask" userId="384e9559073622a4" providerId="LiveId" clId="{BA229D61-2944-4378-A858-36FF3999829F}" dt="2026-09-07T12:47:56.121" v="2729"/>
        <pc:sldMkLst>
          <pc:docMk/>
          <pc:sldMk cId="0" sldId="264"/>
        </pc:sldMkLst>
        <pc:spChg chg="mod">
          <ac:chgData name="Nat Trask" userId="384e9559073622a4" providerId="LiveId" clId="{BA229D61-2944-4378-A858-36FF3999829F}" dt="2026-09-07T09:14:20.944" v="1796" actId="20577"/>
          <ac:spMkLst>
            <pc:docMk/>
            <pc:sldMk cId="0" sldId="264"/>
            <ac:spMk id="4" creationId="{00000000-0000-0000-0000-000000000000}"/>
          </ac:spMkLst>
        </pc:spChg>
        <pc:spChg chg="mod">
          <ac:chgData name="Nat Trask" userId="384e9559073622a4" providerId="LiveId" clId="{BA229D61-2944-4378-A858-36FF3999829F}" dt="2026-09-07T09:14:26.333" v="1797" actId="1076"/>
          <ac:spMkLst>
            <pc:docMk/>
            <pc:sldMk cId="0" sldId="264"/>
            <ac:spMk id="5" creationId="{00000000-0000-0000-0000-000000000000}"/>
          </ac:spMkLst>
        </pc:spChg>
        <pc:spChg chg="mod">
          <ac:chgData name="Nat Trask" userId="384e9559073622a4" providerId="LiveId" clId="{BA229D61-2944-4378-A858-36FF3999829F}" dt="2026-09-07T09:14:26.333" v="1797" actId="1076"/>
          <ac:spMkLst>
            <pc:docMk/>
            <pc:sldMk cId="0" sldId="264"/>
            <ac:spMk id="6" creationId="{00000000-0000-0000-0000-000000000000}"/>
          </ac:spMkLst>
        </pc:spChg>
        <pc:spChg chg="mod">
          <ac:chgData name="Nat Trask" userId="384e9559073622a4" providerId="LiveId" clId="{BA229D61-2944-4378-A858-36FF3999829F}" dt="2026-09-07T09:14:26.333" v="1797" actId="1076"/>
          <ac:spMkLst>
            <pc:docMk/>
            <pc:sldMk cId="0" sldId="264"/>
            <ac:spMk id="7" creationId="{00000000-0000-0000-0000-000000000000}"/>
          </ac:spMkLst>
        </pc:spChg>
      </pc:sldChg>
      <pc:sldChg chg="modSp mod">
        <pc:chgData name="Nat Trask" userId="384e9559073622a4" providerId="LiveId" clId="{BA229D61-2944-4378-A858-36FF3999829F}" dt="2026-09-07T09:15:55.106" v="1909" actId="20577"/>
        <pc:sldMkLst>
          <pc:docMk/>
          <pc:sldMk cId="0" sldId="265"/>
        </pc:sldMkLst>
        <pc:spChg chg="mod">
          <ac:chgData name="Nat Trask" userId="384e9559073622a4" providerId="LiveId" clId="{BA229D61-2944-4378-A858-36FF3999829F}" dt="2026-09-07T09:15:55.106" v="1909" actId="20577"/>
          <ac:spMkLst>
            <pc:docMk/>
            <pc:sldMk cId="0" sldId="265"/>
            <ac:spMk id="4" creationId="{00000000-0000-0000-0000-000000000000}"/>
          </ac:spMkLst>
        </pc:spChg>
      </pc:sldChg>
      <pc:sldChg chg="addSp modSp mod ord">
        <pc:chgData name="Nat Trask" userId="384e9559073622a4" providerId="LiveId" clId="{BA229D61-2944-4378-A858-36FF3999829F}" dt="2026-09-07T10:06:32.811" v="2721" actId="1076"/>
        <pc:sldMkLst>
          <pc:docMk/>
          <pc:sldMk cId="0" sldId="266"/>
        </pc:sldMkLst>
        <pc:spChg chg="mod">
          <ac:chgData name="Nat Trask" userId="384e9559073622a4" providerId="LiveId" clId="{BA229D61-2944-4378-A858-36FF3999829F}" dt="2026-09-07T10:05:59.074" v="2715" actId="20577"/>
          <ac:spMkLst>
            <pc:docMk/>
            <pc:sldMk cId="0" sldId="266"/>
            <ac:spMk id="4" creationId="{00000000-0000-0000-0000-000000000000}"/>
          </ac:spMkLst>
        </pc:spChg>
        <pc:spChg chg="mod">
          <ac:chgData name="Nat Trask" userId="384e9559073622a4" providerId="LiveId" clId="{BA229D61-2944-4378-A858-36FF3999829F}" dt="2026-09-07T10:06:13.683" v="2717" actId="1076"/>
          <ac:spMkLst>
            <pc:docMk/>
            <pc:sldMk cId="0" sldId="266"/>
            <ac:spMk id="5" creationId="{00000000-0000-0000-0000-000000000000}"/>
          </ac:spMkLst>
        </pc:spChg>
        <pc:picChg chg="add mod">
          <ac:chgData name="Nat Trask" userId="384e9559073622a4" providerId="LiveId" clId="{BA229D61-2944-4378-A858-36FF3999829F}" dt="2026-09-07T10:06:15.107" v="2718" actId="1076"/>
          <ac:picMkLst>
            <pc:docMk/>
            <pc:sldMk cId="0" sldId="266"/>
            <ac:picMk id="7" creationId="{3F01728C-AE01-C627-9F89-AC51590022B2}"/>
          </ac:picMkLst>
        </pc:picChg>
        <pc:picChg chg="add mod">
          <ac:chgData name="Nat Trask" userId="384e9559073622a4" providerId="LiveId" clId="{BA229D61-2944-4378-A858-36FF3999829F}" dt="2026-09-07T10:06:32.811" v="2721" actId="1076"/>
          <ac:picMkLst>
            <pc:docMk/>
            <pc:sldMk cId="0" sldId="266"/>
            <ac:picMk id="9" creationId="{8B8BC927-6F3D-0841-BE77-603F25E5F4EA}"/>
          </ac:picMkLst>
        </pc:picChg>
      </pc:sldChg>
      <pc:sldChg chg="modSp mod">
        <pc:chgData name="Nat Trask" userId="384e9559073622a4" providerId="LiveId" clId="{BA229D61-2944-4378-A858-36FF3999829F}" dt="2026-09-07T12:49:50.246" v="2915" actId="20577"/>
        <pc:sldMkLst>
          <pc:docMk/>
          <pc:sldMk cId="0" sldId="268"/>
        </pc:sldMkLst>
        <pc:spChg chg="mod">
          <ac:chgData name="Nat Trask" userId="384e9559073622a4" providerId="LiveId" clId="{BA229D61-2944-4378-A858-36FF3999829F}" dt="2026-09-07T12:48:45.159" v="2754" actId="20577"/>
          <ac:spMkLst>
            <pc:docMk/>
            <pc:sldMk cId="0" sldId="268"/>
            <ac:spMk id="4" creationId="{00000000-0000-0000-0000-000000000000}"/>
          </ac:spMkLst>
        </pc:spChg>
        <pc:spChg chg="mod">
          <ac:chgData name="Nat Trask" userId="384e9559073622a4" providerId="LiveId" clId="{BA229D61-2944-4378-A858-36FF3999829F}" dt="2026-09-07T12:49:50.246" v="2915" actId="20577"/>
          <ac:spMkLst>
            <pc:docMk/>
            <pc:sldMk cId="0" sldId="268"/>
            <ac:spMk id="6" creationId="{00000000-0000-0000-0000-000000000000}"/>
          </ac:spMkLst>
        </pc:spChg>
      </pc:sldChg>
      <pc:sldChg chg="modSp mod">
        <pc:chgData name="Nat Trask" userId="384e9559073622a4" providerId="LiveId" clId="{BA229D61-2944-4378-A858-36FF3999829F}" dt="2026-09-07T09:17:48.252" v="2098" actId="122"/>
        <pc:sldMkLst>
          <pc:docMk/>
          <pc:sldMk cId="0" sldId="269"/>
        </pc:sldMkLst>
        <pc:spChg chg="mod">
          <ac:chgData name="Nat Trask" userId="384e9559073622a4" providerId="LiveId" clId="{BA229D61-2944-4378-A858-36FF3999829F}" dt="2026-09-07T09:17:11.439" v="2017" actId="20577"/>
          <ac:spMkLst>
            <pc:docMk/>
            <pc:sldMk cId="0" sldId="269"/>
            <ac:spMk id="2" creationId="{00000000-0000-0000-0000-000000000000}"/>
          </ac:spMkLst>
        </pc:spChg>
        <pc:spChg chg="mod">
          <ac:chgData name="Nat Trask" userId="384e9559073622a4" providerId="LiveId" clId="{BA229D61-2944-4378-A858-36FF3999829F}" dt="2026-09-07T09:17:48.252" v="2098" actId="122"/>
          <ac:spMkLst>
            <pc:docMk/>
            <pc:sldMk cId="0" sldId="269"/>
            <ac:spMk id="15" creationId="{00000000-0000-0000-0000-000000000000}"/>
          </ac:spMkLst>
        </pc:spChg>
      </pc:sldChg>
      <pc:sldChg chg="modSp mod">
        <pc:chgData name="Nat Trask" userId="384e9559073622a4" providerId="LiveId" clId="{BA229D61-2944-4378-A858-36FF3999829F}" dt="2026-09-07T09:18:49.690" v="2206" actId="20577"/>
        <pc:sldMkLst>
          <pc:docMk/>
          <pc:sldMk cId="0" sldId="270"/>
        </pc:sldMkLst>
        <pc:spChg chg="mod">
          <ac:chgData name="Nat Trask" userId="384e9559073622a4" providerId="LiveId" clId="{BA229D61-2944-4378-A858-36FF3999829F}" dt="2026-09-07T09:18:49.690" v="2206" actId="20577"/>
          <ac:spMkLst>
            <pc:docMk/>
            <pc:sldMk cId="0" sldId="270"/>
            <ac:spMk id="5" creationId="{00000000-0000-0000-0000-000000000000}"/>
          </ac:spMkLst>
        </pc:spChg>
      </pc:sldChg>
      <pc:sldChg chg="modSp mod">
        <pc:chgData name="Nat Trask" userId="384e9559073622a4" providerId="LiveId" clId="{BA229D61-2944-4378-A858-36FF3999829F}" dt="2026-09-07T09:20:04.633" v="2306" actId="20577"/>
        <pc:sldMkLst>
          <pc:docMk/>
          <pc:sldMk cId="0" sldId="271"/>
        </pc:sldMkLst>
        <pc:spChg chg="mod">
          <ac:chgData name="Nat Trask" userId="384e9559073622a4" providerId="LiveId" clId="{BA229D61-2944-4378-A858-36FF3999829F}" dt="2026-09-07T09:20:04.633" v="2306" actId="20577"/>
          <ac:spMkLst>
            <pc:docMk/>
            <pc:sldMk cId="0" sldId="271"/>
            <ac:spMk id="6" creationId="{00000000-0000-0000-0000-000000000000}"/>
          </ac:spMkLst>
        </pc:spChg>
      </pc:sldChg>
      <pc:sldChg chg="modSp mod">
        <pc:chgData name="Nat Trask" userId="384e9559073622a4" providerId="LiveId" clId="{BA229D61-2944-4378-A858-36FF3999829F}" dt="2026-09-07T12:51:11.850" v="2939" actId="20577"/>
        <pc:sldMkLst>
          <pc:docMk/>
          <pc:sldMk cId="0" sldId="274"/>
        </pc:sldMkLst>
        <pc:spChg chg="mod">
          <ac:chgData name="Nat Trask" userId="384e9559073622a4" providerId="LiveId" clId="{BA229D61-2944-4378-A858-36FF3999829F}" dt="2026-09-07T12:51:11.850" v="2939" actId="20577"/>
          <ac:spMkLst>
            <pc:docMk/>
            <pc:sldMk cId="0" sldId="274"/>
            <ac:spMk id="4" creationId="{00000000-0000-0000-0000-000000000000}"/>
          </ac:spMkLst>
        </pc:spChg>
      </pc:sldChg>
      <pc:sldChg chg="modSp mod">
        <pc:chgData name="Nat Trask" userId="384e9559073622a4" providerId="LiveId" clId="{BA229D61-2944-4378-A858-36FF3999829F}" dt="2026-09-07T09:24:27.012" v="2344" actId="1076"/>
        <pc:sldMkLst>
          <pc:docMk/>
          <pc:sldMk cId="0" sldId="290"/>
        </pc:sldMkLst>
        <pc:spChg chg="mod">
          <ac:chgData name="Nat Trask" userId="384e9559073622a4" providerId="LiveId" clId="{BA229D61-2944-4378-A858-36FF3999829F}" dt="2026-09-07T09:24:27.012" v="2344" actId="1076"/>
          <ac:spMkLst>
            <pc:docMk/>
            <pc:sldMk cId="0" sldId="290"/>
            <ac:spMk id="6" creationId="{00000000-0000-0000-0000-000000000000}"/>
          </ac:spMkLst>
        </pc:spChg>
      </pc:sldChg>
      <pc:sldChg chg="addSp delSp modSp mod">
        <pc:chgData name="Nat Trask" userId="384e9559073622a4" providerId="LiveId" clId="{BA229D61-2944-4378-A858-36FF3999829F}" dt="2026-09-07T09:30:07.911" v="2380" actId="20577"/>
        <pc:sldMkLst>
          <pc:docMk/>
          <pc:sldMk cId="0" sldId="298"/>
        </pc:sldMkLst>
        <pc:spChg chg="mod">
          <ac:chgData name="Nat Trask" userId="384e9559073622a4" providerId="LiveId" clId="{BA229D61-2944-4378-A858-36FF3999829F}" dt="2026-09-07T09:30:07.911" v="2380" actId="20577"/>
          <ac:spMkLst>
            <pc:docMk/>
            <pc:sldMk cId="0" sldId="298"/>
            <ac:spMk id="2" creationId="{00000000-0000-0000-0000-000000000000}"/>
          </ac:spMkLst>
        </pc:spChg>
        <pc:spChg chg="ord">
          <ac:chgData name="Nat Trask" userId="384e9559073622a4" providerId="LiveId" clId="{BA229D61-2944-4378-A858-36FF3999829F}" dt="2026-09-07T09:29:49.888" v="2351" actId="166"/>
          <ac:spMkLst>
            <pc:docMk/>
            <pc:sldMk cId="0" sldId="298"/>
            <ac:spMk id="3" creationId="{00000000-0000-0000-0000-000000000000}"/>
          </ac:spMkLst>
        </pc:spChg>
        <pc:spChg chg="del">
          <ac:chgData name="Nat Trask" userId="384e9559073622a4" providerId="LiveId" clId="{BA229D61-2944-4378-A858-36FF3999829F}" dt="2026-09-07T09:27:34.992" v="2345" actId="478"/>
          <ac:spMkLst>
            <pc:docMk/>
            <pc:sldMk cId="0" sldId="298"/>
            <ac:spMk id="8" creationId="{00000000-0000-0000-0000-000000000000}"/>
          </ac:spMkLst>
        </pc:spChg>
        <pc:picChg chg="add mod modCrop">
          <ac:chgData name="Nat Trask" userId="384e9559073622a4" providerId="LiveId" clId="{BA229D61-2944-4378-A858-36FF3999829F}" dt="2026-09-07T09:29:55.532" v="2352" actId="1076"/>
          <ac:picMkLst>
            <pc:docMk/>
            <pc:sldMk cId="0" sldId="298"/>
            <ac:picMk id="9" creationId="{6AA2CD42-3271-BA83-4905-4A98FC222B6E}"/>
          </ac:picMkLst>
        </pc:picChg>
      </pc:sldChg>
      <pc:sldChg chg="add del mod modShow">
        <pc:chgData name="Nat Trask" userId="384e9559073622a4" providerId="LiveId" clId="{BA229D61-2944-4378-A858-36FF3999829F}" dt="2026-09-07T09:49:53.431" v="2629" actId="729"/>
        <pc:sldMkLst>
          <pc:docMk/>
          <pc:sldMk cId="0" sldId="300"/>
        </pc:sldMkLst>
      </pc:sldChg>
      <pc:sldChg chg="add del mod modShow">
        <pc:chgData name="Nat Trask" userId="384e9559073622a4" providerId="LiveId" clId="{BA229D61-2944-4378-A858-36FF3999829F}" dt="2026-09-07T09:49:53.431" v="2629" actId="729"/>
        <pc:sldMkLst>
          <pc:docMk/>
          <pc:sldMk cId="0" sldId="301"/>
        </pc:sldMkLst>
      </pc:sldChg>
      <pc:sldChg chg="mod modShow">
        <pc:chgData name="Nat Trask" userId="384e9559073622a4" providerId="LiveId" clId="{BA229D61-2944-4378-A858-36FF3999829F}" dt="2026-09-07T09:49:53.431" v="2629" actId="729"/>
        <pc:sldMkLst>
          <pc:docMk/>
          <pc:sldMk cId="0" sldId="302"/>
        </pc:sldMkLst>
      </pc:sldChg>
      <pc:sldChg chg="mod modShow">
        <pc:chgData name="Nat Trask" userId="384e9559073622a4" providerId="LiveId" clId="{BA229D61-2944-4378-A858-36FF3999829F}" dt="2026-09-07T09:49:53.431" v="2629" actId="729"/>
        <pc:sldMkLst>
          <pc:docMk/>
          <pc:sldMk cId="0" sldId="303"/>
        </pc:sldMkLst>
      </pc:sldChg>
      <pc:sldChg chg="mod modShow">
        <pc:chgData name="Nat Trask" userId="384e9559073622a4" providerId="LiveId" clId="{BA229D61-2944-4378-A858-36FF3999829F}" dt="2026-09-07T09:49:53.431" v="2629" actId="729"/>
        <pc:sldMkLst>
          <pc:docMk/>
          <pc:sldMk cId="0" sldId="304"/>
        </pc:sldMkLst>
      </pc:sldChg>
      <pc:sldChg chg="modSp mod">
        <pc:chgData name="Nat Trask" userId="384e9559073622a4" providerId="LiveId" clId="{BA229D61-2944-4378-A858-36FF3999829F}" dt="2026-09-07T09:50:32.702" v="2632" actId="20577"/>
        <pc:sldMkLst>
          <pc:docMk/>
          <pc:sldMk cId="0" sldId="306"/>
        </pc:sldMkLst>
        <pc:spChg chg="mod">
          <ac:chgData name="Nat Trask" userId="384e9559073622a4" providerId="LiveId" clId="{BA229D61-2944-4378-A858-36FF3999829F}" dt="2026-09-07T09:50:32.702" v="2632" actId="20577"/>
          <ac:spMkLst>
            <pc:docMk/>
            <pc:sldMk cId="0" sldId="306"/>
            <ac:spMk id="5" creationId="{00000000-0000-0000-0000-000000000000}"/>
          </ac:spMkLst>
        </pc:spChg>
      </pc:sldChg>
      <pc:sldChg chg="del">
        <pc:chgData name="Nat Trask" userId="384e9559073622a4" providerId="LiveId" clId="{BA229D61-2944-4378-A858-36FF3999829F}" dt="2026-09-07T09:30:41.054" v="2381" actId="47"/>
        <pc:sldMkLst>
          <pc:docMk/>
          <pc:sldMk cId="0" sldId="308"/>
        </pc:sldMkLst>
      </pc:sldChg>
      <pc:sldChg chg="delSp modSp add mod ord">
        <pc:chgData name="Nat Trask" userId="384e9559073622a4" providerId="LiveId" clId="{BA229D61-2944-4378-A858-36FF3999829F}" dt="2026-09-07T08:50:02.516" v="345" actId="20577"/>
        <pc:sldMkLst>
          <pc:docMk/>
          <pc:sldMk cId="1857007415" sldId="309"/>
        </pc:sldMkLst>
        <pc:spChg chg="mod">
          <ac:chgData name="Nat Trask" userId="384e9559073622a4" providerId="LiveId" clId="{BA229D61-2944-4378-A858-36FF3999829F}" dt="2026-09-07T08:50:02.516" v="345" actId="20577"/>
          <ac:spMkLst>
            <pc:docMk/>
            <pc:sldMk cId="1857007415" sldId="309"/>
            <ac:spMk id="4" creationId="{49944751-51AD-FAA1-5386-35D0A623810D}"/>
          </ac:spMkLst>
        </pc:spChg>
        <pc:spChg chg="del">
          <ac:chgData name="Nat Trask" userId="384e9559073622a4" providerId="LiveId" clId="{BA229D61-2944-4378-A858-36FF3999829F}" dt="2026-09-07T08:47:09.499" v="159" actId="478"/>
          <ac:spMkLst>
            <pc:docMk/>
            <pc:sldMk cId="1857007415" sldId="309"/>
            <ac:spMk id="5" creationId="{BA48E613-F127-304F-CFDF-9A7E658A81CC}"/>
          </ac:spMkLst>
        </pc:spChg>
      </pc:sldChg>
      <pc:sldChg chg="addSp delSp modSp add mod">
        <pc:chgData name="Nat Trask" userId="384e9559073622a4" providerId="LiveId" clId="{BA229D61-2944-4378-A858-36FF3999829F}" dt="2026-09-07T08:54:16.058" v="376" actId="1076"/>
        <pc:sldMkLst>
          <pc:docMk/>
          <pc:sldMk cId="2262162754" sldId="310"/>
        </pc:sldMkLst>
        <pc:spChg chg="mod">
          <ac:chgData name="Nat Trask" userId="384e9559073622a4" providerId="LiveId" clId="{BA229D61-2944-4378-A858-36FF3999829F}" dt="2026-09-07T08:52:46.370" v="357" actId="20577"/>
          <ac:spMkLst>
            <pc:docMk/>
            <pc:sldMk cId="2262162754" sldId="310"/>
            <ac:spMk id="2" creationId="{B5B63AA2-FE8F-D076-E076-CAE54518B074}"/>
          </ac:spMkLst>
        </pc:spChg>
        <pc:spChg chg="del">
          <ac:chgData name="Nat Trask" userId="384e9559073622a4" providerId="LiveId" clId="{BA229D61-2944-4378-A858-36FF3999829F}" dt="2026-09-07T08:52:43.496" v="347" actId="478"/>
          <ac:spMkLst>
            <pc:docMk/>
            <pc:sldMk cId="2262162754" sldId="310"/>
            <ac:spMk id="4" creationId="{C05A7482-3AB6-A69D-D9C2-6372D08F5B56}"/>
          </ac:spMkLst>
        </pc:spChg>
        <pc:picChg chg="add mod">
          <ac:chgData name="Nat Trask" userId="384e9559073622a4" providerId="LiveId" clId="{BA229D61-2944-4378-A858-36FF3999829F}" dt="2026-09-07T08:53:42.555" v="369" actId="14100"/>
          <ac:picMkLst>
            <pc:docMk/>
            <pc:sldMk cId="2262162754" sldId="310"/>
            <ac:picMk id="6" creationId="{0306B62F-9829-0D20-B2AC-D72F1D7356B6}"/>
          </ac:picMkLst>
        </pc:picChg>
        <pc:picChg chg="add mod">
          <ac:chgData name="Nat Trask" userId="384e9559073622a4" providerId="LiveId" clId="{BA229D61-2944-4378-A858-36FF3999829F}" dt="2026-09-07T08:53:47.506" v="371" actId="14100"/>
          <ac:picMkLst>
            <pc:docMk/>
            <pc:sldMk cId="2262162754" sldId="310"/>
            <ac:picMk id="8" creationId="{336C62C5-DF80-C649-5601-F74AAF0D8143}"/>
          </ac:picMkLst>
        </pc:picChg>
        <pc:picChg chg="add mod">
          <ac:chgData name="Nat Trask" userId="384e9559073622a4" providerId="LiveId" clId="{BA229D61-2944-4378-A858-36FF3999829F}" dt="2026-09-07T08:53:52.699" v="373" actId="1076"/>
          <ac:picMkLst>
            <pc:docMk/>
            <pc:sldMk cId="2262162754" sldId="310"/>
            <ac:picMk id="9" creationId="{066D57BA-3046-04F9-14FF-1D93424267EC}"/>
          </ac:picMkLst>
        </pc:picChg>
        <pc:picChg chg="add mod">
          <ac:chgData name="Nat Trask" userId="384e9559073622a4" providerId="LiveId" clId="{BA229D61-2944-4378-A858-36FF3999829F}" dt="2026-09-07T08:53:54.834" v="374" actId="1076"/>
          <ac:picMkLst>
            <pc:docMk/>
            <pc:sldMk cId="2262162754" sldId="310"/>
            <ac:picMk id="10" creationId="{D7E89231-F49C-403B-4FFE-CDF4184C1803}"/>
          </ac:picMkLst>
        </pc:picChg>
        <pc:picChg chg="add mod">
          <ac:chgData name="Nat Trask" userId="384e9559073622a4" providerId="LiveId" clId="{BA229D61-2944-4378-A858-36FF3999829F}" dt="2026-09-07T08:54:16.058" v="376" actId="1076"/>
          <ac:picMkLst>
            <pc:docMk/>
            <pc:sldMk cId="2262162754" sldId="310"/>
            <ac:picMk id="12" creationId="{BFFBBFC7-2582-3F08-7A48-6142DF67BA90}"/>
          </ac:picMkLst>
        </pc:picChg>
      </pc:sldChg>
      <pc:sldChg chg="addSp delSp modSp add mod">
        <pc:chgData name="Nat Trask" userId="384e9559073622a4" providerId="LiveId" clId="{BA229D61-2944-4378-A858-36FF3999829F}" dt="2026-09-07T09:33:11.002" v="2624" actId="20577"/>
        <pc:sldMkLst>
          <pc:docMk/>
          <pc:sldMk cId="1130776603" sldId="311"/>
        </pc:sldMkLst>
        <pc:spChg chg="mod">
          <ac:chgData name="Nat Trask" userId="384e9559073622a4" providerId="LiveId" clId="{BA229D61-2944-4378-A858-36FF3999829F}" dt="2026-09-07T08:54:48.537" v="402" actId="20577"/>
          <ac:spMkLst>
            <pc:docMk/>
            <pc:sldMk cId="1130776603" sldId="311"/>
            <ac:spMk id="2" creationId="{C5056340-395C-1D12-4256-BDB7BE699D14}"/>
          </ac:spMkLst>
        </pc:spChg>
        <pc:spChg chg="add mod">
          <ac:chgData name="Nat Trask" userId="384e9559073622a4" providerId="LiveId" clId="{BA229D61-2944-4378-A858-36FF3999829F}" dt="2026-09-07T09:33:11.002" v="2624" actId="20577"/>
          <ac:spMkLst>
            <pc:docMk/>
            <pc:sldMk cId="1130776603" sldId="311"/>
            <ac:spMk id="13" creationId="{618A339D-F4FC-3EB6-1E81-7C22EBB1C346}"/>
          </ac:spMkLst>
        </pc:spChg>
        <pc:picChg chg="add mod">
          <ac:chgData name="Nat Trask" userId="384e9559073622a4" providerId="LiveId" clId="{BA229D61-2944-4378-A858-36FF3999829F}" dt="2026-09-07T08:56:11.500" v="407" actId="1076"/>
          <ac:picMkLst>
            <pc:docMk/>
            <pc:sldMk cId="1130776603" sldId="311"/>
            <ac:picMk id="5" creationId="{8D5CE427-DC12-1005-64F8-6EFF6A46FECF}"/>
          </ac:picMkLst>
        </pc:picChg>
        <pc:picChg chg="del">
          <ac:chgData name="Nat Trask" userId="384e9559073622a4" providerId="LiveId" clId="{BA229D61-2944-4378-A858-36FF3999829F}" dt="2026-09-07T08:54:52.838" v="403" actId="478"/>
          <ac:picMkLst>
            <pc:docMk/>
            <pc:sldMk cId="1130776603" sldId="311"/>
            <ac:picMk id="6" creationId="{2305A5AE-9BAC-20A5-1AB3-D1C0865F5CF9}"/>
          </ac:picMkLst>
        </pc:picChg>
        <pc:picChg chg="del">
          <ac:chgData name="Nat Trask" userId="384e9559073622a4" providerId="LiveId" clId="{BA229D61-2944-4378-A858-36FF3999829F}" dt="2026-09-07T08:54:52.838" v="403" actId="478"/>
          <ac:picMkLst>
            <pc:docMk/>
            <pc:sldMk cId="1130776603" sldId="311"/>
            <ac:picMk id="8" creationId="{3D56B89B-9BC2-04F7-871C-095DD4778D3B}"/>
          </ac:picMkLst>
        </pc:picChg>
        <pc:picChg chg="del">
          <ac:chgData name="Nat Trask" userId="384e9559073622a4" providerId="LiveId" clId="{BA229D61-2944-4378-A858-36FF3999829F}" dt="2026-09-07T08:54:52.838" v="403" actId="478"/>
          <ac:picMkLst>
            <pc:docMk/>
            <pc:sldMk cId="1130776603" sldId="311"/>
            <ac:picMk id="9" creationId="{C14061C8-1DB3-A059-120D-7765CF5717CC}"/>
          </ac:picMkLst>
        </pc:picChg>
        <pc:picChg chg="del">
          <ac:chgData name="Nat Trask" userId="384e9559073622a4" providerId="LiveId" clId="{BA229D61-2944-4378-A858-36FF3999829F}" dt="2026-09-07T08:54:52.838" v="403" actId="478"/>
          <ac:picMkLst>
            <pc:docMk/>
            <pc:sldMk cId="1130776603" sldId="311"/>
            <ac:picMk id="10" creationId="{B66FF432-C168-F365-B093-CDC968A82E5D}"/>
          </ac:picMkLst>
        </pc:picChg>
        <pc:picChg chg="add mod">
          <ac:chgData name="Nat Trask" userId="384e9559073622a4" providerId="LiveId" clId="{BA229D61-2944-4378-A858-36FF3999829F}" dt="2026-09-07T09:32:23.795" v="2467" actId="1076"/>
          <ac:picMkLst>
            <pc:docMk/>
            <pc:sldMk cId="1130776603" sldId="311"/>
            <ac:picMk id="11" creationId="{8821ACE7-C002-DEB2-3E18-2B2303A4B0B3}"/>
          </ac:picMkLst>
        </pc:picChg>
        <pc:picChg chg="del">
          <ac:chgData name="Nat Trask" userId="384e9559073622a4" providerId="LiveId" clId="{BA229D61-2944-4378-A858-36FF3999829F}" dt="2026-09-07T08:54:52.838" v="403" actId="478"/>
          <ac:picMkLst>
            <pc:docMk/>
            <pc:sldMk cId="1130776603" sldId="311"/>
            <ac:picMk id="12" creationId="{FE4D23A1-B02A-731B-F711-29E32955DF41}"/>
          </ac:picMkLst>
        </pc:picChg>
        <pc:picChg chg="add mod">
          <ac:chgData name="Nat Trask" userId="384e9559073622a4" providerId="LiveId" clId="{BA229D61-2944-4378-A858-36FF3999829F}" dt="2026-09-07T09:32:25.364" v="2468" actId="1076"/>
          <ac:picMkLst>
            <pc:docMk/>
            <pc:sldMk cId="1130776603" sldId="311"/>
            <ac:picMk id="14" creationId="{09F14A01-B6D4-6AB9-1230-AFA3B74CEDE7}"/>
          </ac:picMkLst>
        </pc:picChg>
      </pc:sldChg>
      <pc:sldChg chg="modSp add mod ord">
        <pc:chgData name="Nat Trask" userId="384e9559073622a4" providerId="LiveId" clId="{BA229D61-2944-4378-A858-36FF3999829F}" dt="2026-09-07T09:56:34.348" v="2709" actId="20577"/>
        <pc:sldMkLst>
          <pc:docMk/>
          <pc:sldMk cId="2560081251" sldId="312"/>
        </pc:sldMkLst>
        <pc:spChg chg="mod">
          <ac:chgData name="Nat Trask" userId="384e9559073622a4" providerId="LiveId" clId="{BA229D61-2944-4378-A858-36FF3999829F}" dt="2026-09-07T09:56:34.348" v="2709" actId="20577"/>
          <ac:spMkLst>
            <pc:docMk/>
            <pc:sldMk cId="2560081251" sldId="312"/>
            <ac:spMk id="2" creationId="{8B530F10-10DE-280C-F2F6-A0C0BE15B9CA}"/>
          </ac:spMkLst>
        </pc:spChg>
      </pc:sldChg>
      <pc:sldChg chg="modSp add mod">
        <pc:chgData name="Nat Trask" userId="384e9559073622a4" providerId="LiveId" clId="{BA229D61-2944-4378-A858-36FF3999829F}" dt="2026-09-07T10:07:13.940" v="2725" actId="1076"/>
        <pc:sldMkLst>
          <pc:docMk/>
          <pc:sldMk cId="3111948423" sldId="313"/>
        </pc:sldMkLst>
        <pc:picChg chg="mod">
          <ac:chgData name="Nat Trask" userId="384e9559073622a4" providerId="LiveId" clId="{BA229D61-2944-4378-A858-36FF3999829F}" dt="2026-09-07T10:07:13.940" v="2725" actId="1076"/>
          <ac:picMkLst>
            <pc:docMk/>
            <pc:sldMk cId="3111948423" sldId="313"/>
            <ac:picMk id="9" creationId="{9900472C-B851-88EC-D4BF-F9264CAD3C34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7A0BFB-5BFB-493E-90AB-43A362F12293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BFD9407-72F0-49A3-97A5-A62061E5BD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87995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6AAAC7-0229-8AE0-9ACF-32452E0D3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048139-6F90-5010-58E3-4107F6DCD4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C2F981-AA6D-FF45-8907-ABA069B8113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Frame the whole talk around the one question: who owns control flow.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C03572-E0DF-0660-354A-C5AFB8430C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3556937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C3CC6B-3F47-32FE-7621-FD55070700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0A92DC-A4A3-82A7-5208-AEB44D01022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751011-C98E-546A-15D7-18219AA9B3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Frame the whole talk around the one question: who owns control flow.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6E6047-A810-9A7A-D359-C309598A37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9202280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AF4007-9740-E979-E759-281202775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75E336-F980-F89F-C840-E06324A355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7B5CD1-719D-F4C6-A930-80A1DC7E56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Frame the whole talk around the one question: who owns control flow.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D8B066-A142-241F-09E9-867F6D397A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2535398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90DBC6-7CC2-D18A-1592-C1886B6584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E9F3CF-FDE7-2521-1459-9CD3039355D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8C3188-A474-7CED-C274-9B20F0A861F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Frame the whole talk around the one question: who owns control flow.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E45037-16F8-5CE0-C809-CCE7851642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3827098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Frame the whole talk around the one question: who owns control 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4CADC3-4CE5-9706-DE91-AB51440DF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686998-2A96-E77B-3DCC-8D674904AF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0ADFEF-59BE-02F4-9C83-804D22BCAE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Frame the whole talk around the one question: who owns control flow.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B954AA-D56F-2B66-9BDD-8074E26387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74908707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Run the head-to-head cell live if time allows. Expect ReAct to vary run to run; MPC is much more stable because the surrogate does the deciding.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D539783-EE89-92B0-3E93-F73332C9FE31}"/>
              </a:ext>
            </a:extLst>
          </p:cNvPr>
          <p:cNvSpPr/>
          <p:nvPr userDrawn="1"/>
        </p:nvSpPr>
        <p:spPr>
          <a:xfrm>
            <a:off x="0" y="6521668"/>
            <a:ext cx="10204231" cy="336331"/>
          </a:xfrm>
          <a:prstGeom prst="rect">
            <a:avLst/>
          </a:prstGeom>
          <a:solidFill>
            <a:srgbClr val="011F5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360F5D8-A6B0-1592-4915-8E4C9D6C3AE1}"/>
              </a:ext>
            </a:extLst>
          </p:cNvPr>
          <p:cNvSpPr/>
          <p:nvPr userDrawn="1"/>
        </p:nvSpPr>
        <p:spPr>
          <a:xfrm>
            <a:off x="9480331" y="6521669"/>
            <a:ext cx="2711669" cy="336331"/>
          </a:xfrm>
          <a:prstGeom prst="rect">
            <a:avLst/>
          </a:prstGeom>
          <a:solidFill>
            <a:srgbClr val="97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08E744-AD70-DE1A-6F16-DD10773690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4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/>
            </a:lvl1pPr>
          </a:lstStyle>
          <a:p>
            <a:fld id="{A1A6707E-744E-4E78-8A21-5E48420B6F0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7CC34C-D4AF-FF6A-8E29-D50246202E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15701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E6A00D-E21C-22EE-27FC-48ED99C96DC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515701"/>
            <a:ext cx="2743200" cy="365125"/>
          </a:xfrm>
          <a:prstGeom prst="rect">
            <a:avLst/>
          </a:prstGeom>
        </p:spPr>
        <p:txBody>
          <a:bodyPr/>
          <a:lstStyle/>
          <a:p>
            <a:fld id="{2A616D11-3496-4C11-B54D-7B160FC1FDB3}" type="datetime1">
              <a:rPr lang="en-US" smtClean="0"/>
              <a:t>9/8/2026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90995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6" descr="Sandia National Laboratories Logo PNG Transparent &amp; SVG ...">
            <a:extLst>
              <a:ext uri="{FF2B5EF4-FFF2-40B4-BE49-F238E27FC236}">
                <a16:creationId xmlns:a16="http://schemas.microsoft.com/office/drawing/2014/main" id="{7F4876DB-9401-2E49-37B3-2423C71E923C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064"/>
          <a:stretch/>
        </p:blipFill>
        <p:spPr bwMode="auto">
          <a:xfrm>
            <a:off x="1317078" y="5123458"/>
            <a:ext cx="1943100" cy="1480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59B9440C-1295-9350-41A3-E27870504F64}"/>
              </a:ext>
            </a:extLst>
          </p:cNvPr>
          <p:cNvSpPr/>
          <p:nvPr userDrawn="1"/>
        </p:nvSpPr>
        <p:spPr>
          <a:xfrm>
            <a:off x="0" y="6521668"/>
            <a:ext cx="10204231" cy="336331"/>
          </a:xfrm>
          <a:prstGeom prst="rect">
            <a:avLst/>
          </a:prstGeom>
          <a:solidFill>
            <a:srgbClr val="011F5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Download Penn Logos | Penn Brand Standards">
            <a:extLst>
              <a:ext uri="{FF2B5EF4-FFF2-40B4-BE49-F238E27FC236}">
                <a16:creationId xmlns:a16="http://schemas.microsoft.com/office/drawing/2014/main" id="{869275E8-A055-9769-B175-9F38A8D6DAF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484181"/>
            <a:ext cx="1598478" cy="10659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B0BCBA59-9AB2-CD5A-AE2B-77840F79FC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502124"/>
            <a:ext cx="2743200" cy="365125"/>
          </a:xfrm>
          <a:prstGeom prst="rect">
            <a:avLst/>
          </a:prstGeom>
        </p:spPr>
        <p:txBody>
          <a:bodyPr/>
          <a:lstStyle/>
          <a:p>
            <a:fld id="{0F5D7E86-2095-49DD-9534-6F9A73FD01F1}" type="datetime1">
              <a:rPr lang="en-US" smtClean="0"/>
              <a:t>9/8/2026</a:t>
            </a:fld>
            <a:endParaRPr lang="en-US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419597-0D6D-5602-C4EF-03E36A62D5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2642" y="650727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0D793AB5-86D1-8147-234A-B27BAB67D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4"/>
            <a:ext cx="2743200" cy="365125"/>
          </a:xfrm>
          <a:prstGeom prst="rect">
            <a:avLst/>
          </a:prstGeom>
        </p:spPr>
        <p:txBody>
          <a:bodyPr/>
          <a:lstStyle/>
          <a:p>
            <a:fld id="{A1A6707E-744E-4E78-8A21-5E48420B6F0A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2B8D4C-0792-BA49-5CB0-22AA9291C64B}"/>
              </a:ext>
            </a:extLst>
          </p:cNvPr>
          <p:cNvSpPr/>
          <p:nvPr userDrawn="1"/>
        </p:nvSpPr>
        <p:spPr>
          <a:xfrm>
            <a:off x="9480331" y="6521669"/>
            <a:ext cx="2711669" cy="336331"/>
          </a:xfrm>
          <a:prstGeom prst="rect">
            <a:avLst/>
          </a:prstGeom>
          <a:solidFill>
            <a:srgbClr val="97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16892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jpe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3.png"/><Relationship Id="rId5" Type="http://schemas.openxmlformats.org/officeDocument/2006/relationships/image" Target="../media/image12.jpe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slideLayout" Target="../slideLayouts/slideLayout12.xml"/><Relationship Id="rId7" Type="http://schemas.openxmlformats.org/officeDocument/2006/relationships/image" Target="../media/image19.sv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18.bin"/><Relationship Id="rId5" Type="http://schemas.openxmlformats.org/officeDocument/2006/relationships/image" Target="../media/image17.jpe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6.png"/><Relationship Id="rId5" Type="http://schemas.openxmlformats.org/officeDocument/2006/relationships/image" Target="../media/image25.gif"/><Relationship Id="rId10" Type="http://schemas.openxmlformats.org/officeDocument/2006/relationships/image" Target="../media/image30.jpeg"/><Relationship Id="rId4" Type="http://schemas.openxmlformats.org/officeDocument/2006/relationships/image" Target="../media/image24.png"/><Relationship Id="rId9" Type="http://schemas.openxmlformats.org/officeDocument/2006/relationships/image" Target="../media/image2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30.jpe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3.jpeg"/><Relationship Id="rId4" Type="http://schemas.openxmlformats.org/officeDocument/2006/relationships/image" Target="../media/image4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0.jpeg"/><Relationship Id="rId4" Type="http://schemas.openxmlformats.org/officeDocument/2006/relationships/image" Target="../media/image49.jpe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jpe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1965960"/>
            <a:ext cx="11057839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1A1A1A"/>
                </a:solidFill>
                <a:latin typeface="Calibri"/>
              </a:rPr>
              <a:t>Foundations of Agentic AI</a:t>
            </a:r>
          </a:p>
          <a:p>
            <a:r>
              <a:rPr sz="4200" b="1">
                <a:solidFill>
                  <a:srgbClr val="1A1A1A"/>
                </a:solidFill>
                <a:latin typeface="Calibri"/>
              </a:rPr>
              <a:t>for Science &amp;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794760"/>
            <a:ext cx="11057839" cy="16542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0">
                <a:solidFill>
                  <a:srgbClr val="AA1E1E"/>
                </a:solidFill>
                <a:latin typeface="Calibri"/>
              </a:rPr>
              <a:t>AESCAPE 2026  ·  Introduction to Agentic Workflows</a:t>
            </a:r>
          </a:p>
          <a:p>
            <a:pPr>
              <a:spcAft>
                <a:spcPts val="300"/>
              </a:spcAft>
            </a:pPr>
            <a:endParaRPr sz="1700" b="0">
              <a:solidFill>
                <a:srgbClr val="AA1E1E"/>
              </a:solidFill>
              <a:latin typeface="Calibri"/>
            </a:endParaRP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Nathaniel Trask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6E6E6E"/>
                </a:solidFill>
                <a:latin typeface="Calibri"/>
              </a:rPr>
              <a:t>University of Pennsylvania</a:t>
            </a:r>
            <a:endParaRPr lang="en-US" sz="1300" b="0">
              <a:solidFill>
                <a:srgbClr val="6E6E6E"/>
              </a:solidFill>
              <a:latin typeface="Calibri"/>
            </a:endParaRPr>
          </a:p>
          <a:p>
            <a:pPr>
              <a:spcAft>
                <a:spcPts val="300"/>
              </a:spcAft>
            </a:pPr>
            <a:r>
              <a:rPr lang="en-US" sz="1300">
                <a:solidFill>
                  <a:srgbClr val="6E6E6E"/>
                </a:solidFill>
                <a:latin typeface="Calibri"/>
              </a:rPr>
              <a:t>Sandia National Laboratories</a:t>
            </a:r>
            <a:endParaRPr sz="1300" b="0">
              <a:solidFill>
                <a:srgbClr val="6E6E6E"/>
              </a:solidFill>
              <a:latin typeface="Calibri"/>
            </a:endParaRP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6E6E6E"/>
                </a:solidFill>
                <a:latin typeface="Calibri"/>
              </a:rPr>
              <a:t>September 8, 2026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3675887"/>
            <a:ext cx="3108959" cy="0"/>
          </a:xfrm>
          <a:prstGeom prst="line">
            <a:avLst/>
          </a:prstGeom>
          <a:ln w="31750">
            <a:solidFill>
              <a:srgbClr val="AA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8B280553-7DC8-D731-0765-FD58A4AEF0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9851" y="1285875"/>
            <a:ext cx="4286250" cy="42862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9EA490-6084-CBF1-C024-995ADA766C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5710B15-C72A-D32F-6C29-95C2788BD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A6707E-744E-4E78-8A21-5E48420B6F0A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8C5550D5-A90D-CECE-CE83-EA60073DBE41}"/>
              </a:ext>
            </a:extLst>
          </p:cNvPr>
          <p:cNvSpPr>
            <a:spLocks noGrp="1"/>
          </p:cNvSpPr>
          <p:nvPr/>
        </p:nvSpPr>
        <p:spPr bwMode="auto">
          <a:xfrm>
            <a:off x="152400" y="-107545"/>
            <a:ext cx="11353800" cy="991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2500">
                <a:solidFill>
                  <a:srgbClr val="102E54"/>
                </a:solidFill>
                <a:latin typeface="Calibri"/>
                <a:ea typeface="ＭＳ Ｐゴシック" charset="-128"/>
                <a:cs typeface="Calibri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5pPr>
            <a:lvl6pPr marL="4572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6pPr>
            <a:lvl7pPr marL="9144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7pPr>
            <a:lvl8pPr marL="13716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8pPr>
            <a:lvl9pPr marL="18288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9pPr>
          </a:lstStyle>
          <a:p>
            <a:r>
              <a:rPr lang="en-US"/>
              <a:t>DOE’s Genesis Mission and the future of large-scale computing</a:t>
            </a:r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CFBA0C12-C6E8-77C5-DF6A-30953CED5C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3" y="1437438"/>
            <a:ext cx="7696142" cy="2342672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79BE6CD4-329E-3F0D-8F2B-19A700ABA2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14213"/>
            <a:ext cx="7601123" cy="570541"/>
          </a:xfrm>
          <a:prstGeom prst="rect">
            <a:avLst/>
          </a:prstGeom>
        </p:spPr>
      </p:pic>
      <p:pic>
        <p:nvPicPr>
          <p:cNvPr id="4" name="Picture 3" descr="NERSC NUG Community Call - Updates on the American Science Cloud (AmSC)">
            <a:extLst>
              <a:ext uri="{FF2B5EF4-FFF2-40B4-BE49-F238E27FC236}">
                <a16:creationId xmlns:a16="http://schemas.microsoft.com/office/drawing/2014/main" id="{E6FA1A13-585B-7544-4F4D-3032048995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780110"/>
            <a:ext cx="4615067" cy="259681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8D9CA7E-078F-C8AF-6171-3BDFFFD94D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02675" y="473075"/>
            <a:ext cx="2955925" cy="295592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CC524EF-A9D1-166C-7899-5A4BB6CB3338}"/>
              </a:ext>
            </a:extLst>
          </p:cNvPr>
          <p:cNvSpPr txBox="1"/>
          <p:nvPr/>
        </p:nvSpPr>
        <p:spPr>
          <a:xfrm>
            <a:off x="8216900" y="3301673"/>
            <a:ext cx="32893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/>
              <a:t>Decoding the Genesis Mission – Rick Stevens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3074FDDB-61B7-2015-3CB3-254BACA16B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7210" y="4009620"/>
            <a:ext cx="5421613" cy="2342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75080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4" descr="Scalable, Efficient and Accelerated Causal Reasoning ...">
            <a:extLst>
              <a:ext uri="{FF2B5EF4-FFF2-40B4-BE49-F238E27FC236}">
                <a16:creationId xmlns:a16="http://schemas.microsoft.com/office/drawing/2014/main" id="{A27BF08A-20A9-8F25-08B6-FDA0D6636A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74792" y="-624186"/>
            <a:ext cx="7017208" cy="4312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 descr="A screenshot of a cell phone&#10;&#10;Description automatically generated">
            <a:extLst>
              <a:ext uri="{FF2B5EF4-FFF2-40B4-BE49-F238E27FC236}">
                <a16:creationId xmlns:a16="http://schemas.microsoft.com/office/drawing/2014/main" id="{B884154C-2081-2763-793B-7CB3FA187F3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77682" b="80971"/>
          <a:stretch/>
        </p:blipFill>
        <p:spPr>
          <a:xfrm>
            <a:off x="799524" y="375455"/>
            <a:ext cx="700386" cy="851244"/>
          </a:xfrm>
          <a:prstGeom prst="rect">
            <a:avLst/>
          </a:prstGeom>
        </p:spPr>
      </p:pic>
      <p:sp>
        <p:nvSpPr>
          <p:cNvPr id="10" name="TextBox 15">
            <a:extLst>
              <a:ext uri="{FF2B5EF4-FFF2-40B4-BE49-F238E27FC236}">
                <a16:creationId xmlns:a16="http://schemas.microsoft.com/office/drawing/2014/main" id="{B422CDBF-4DF4-AD7A-8289-BE84AD83AB15}"/>
              </a:ext>
            </a:extLst>
          </p:cNvPr>
          <p:cNvSpPr txBox="1"/>
          <p:nvPr/>
        </p:nvSpPr>
        <p:spPr>
          <a:xfrm>
            <a:off x="791742" y="1199316"/>
            <a:ext cx="812830" cy="1476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lvl1pPr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1pPr>
            <a:lvl2pPr indent="2286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2pPr>
            <a:lvl3pPr indent="4572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3pPr>
            <a:lvl4pPr indent="6858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4pPr>
            <a:lvl5pPr indent="9144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5pPr>
            <a:lvl6pPr indent="11430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6pPr>
            <a:lvl7pPr indent="13716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7pPr>
            <a:lvl8pPr indent="16002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8pPr>
            <a:lvl9pPr indent="18288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9pPr>
          </a:lstStyle>
          <a:p>
            <a:r>
              <a:rPr lang="en-US" sz="1036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George </a:t>
            </a:r>
            <a:r>
              <a:rPr lang="en-US" sz="1036" err="1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Karniadakis</a:t>
            </a:r>
            <a:endParaRPr lang="en-US" sz="1036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TextBox 25">
            <a:extLst>
              <a:ext uri="{FF2B5EF4-FFF2-40B4-BE49-F238E27FC236}">
                <a16:creationId xmlns:a16="http://schemas.microsoft.com/office/drawing/2014/main" id="{3A10E2D9-179A-5025-5032-6F9711D64DE8}"/>
              </a:ext>
            </a:extLst>
          </p:cNvPr>
          <p:cNvSpPr txBox="1"/>
          <p:nvPr/>
        </p:nvSpPr>
        <p:spPr>
          <a:xfrm>
            <a:off x="219222" y="1210752"/>
            <a:ext cx="1957870" cy="5705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1pPr>
            <a:lvl2pPr indent="2286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2pPr>
            <a:lvl3pPr indent="4572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3pPr>
            <a:lvl4pPr indent="6858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4pPr>
            <a:lvl5pPr indent="9144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5pPr>
            <a:lvl6pPr indent="11430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6pPr>
            <a:lvl7pPr indent="13716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7pPr>
            <a:lvl8pPr indent="16002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8pPr>
            <a:lvl9pPr indent="18288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9pPr>
          </a:lstStyle>
          <a:p>
            <a:endParaRPr lang="en-US" sz="1036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36">
                <a:latin typeface="Arial" panose="020B0604020202020204" pitchFamily="34" charset="0"/>
                <a:cs typeface="Arial" panose="020B0604020202020204" pitchFamily="34" charset="0"/>
              </a:rPr>
              <a:t>Brown/PNNL </a:t>
            </a:r>
          </a:p>
          <a:p>
            <a:r>
              <a:rPr lang="en-US" sz="1036">
                <a:latin typeface="Arial" panose="020B0604020202020204" pitchFamily="34" charset="0"/>
                <a:cs typeface="Arial" panose="020B0604020202020204" pitchFamily="34" charset="0"/>
              </a:rPr>
              <a:t>SEA-CROGS Director</a:t>
            </a:r>
          </a:p>
        </p:txBody>
      </p:sp>
      <p:sp>
        <p:nvSpPr>
          <p:cNvPr id="14" name="TextBox 26">
            <a:extLst>
              <a:ext uri="{FF2B5EF4-FFF2-40B4-BE49-F238E27FC236}">
                <a16:creationId xmlns:a16="http://schemas.microsoft.com/office/drawing/2014/main" id="{D25A8242-3FDC-EC5B-E8B4-872EB3FC82B5}"/>
              </a:ext>
            </a:extLst>
          </p:cNvPr>
          <p:cNvSpPr txBox="1"/>
          <p:nvPr/>
        </p:nvSpPr>
        <p:spPr>
          <a:xfrm>
            <a:off x="1929045" y="1346954"/>
            <a:ext cx="1938351" cy="4111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lvl1pPr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1pPr>
            <a:lvl2pPr indent="2286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2pPr>
            <a:lvl3pPr indent="4572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3pPr>
            <a:lvl4pPr indent="6858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4pPr>
            <a:lvl5pPr indent="9144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5pPr>
            <a:lvl6pPr indent="11430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6pPr>
            <a:lvl7pPr indent="13716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7pPr>
            <a:lvl8pPr indent="16002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8pPr>
            <a:lvl9pPr indent="18288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9pPr>
          </a:lstStyle>
          <a:p>
            <a:r>
              <a:rPr lang="en-US" sz="1036">
                <a:latin typeface="Arial" panose="020B0604020202020204" pitchFamily="34" charset="0"/>
                <a:cs typeface="Arial" panose="020B0604020202020204" pitchFamily="34" charset="0"/>
              </a:rPr>
              <a:t>UPenn/SNL</a:t>
            </a:r>
          </a:p>
          <a:p>
            <a:r>
              <a:rPr lang="en-US" sz="1036">
                <a:latin typeface="Arial" panose="020B0604020202020204" pitchFamily="34" charset="0"/>
                <a:cs typeface="Arial" panose="020B0604020202020204" pitchFamily="34" charset="0"/>
              </a:rPr>
              <a:t>SEA-CROGS Deputy Director</a:t>
            </a:r>
          </a:p>
        </p:txBody>
      </p:sp>
      <p:pic>
        <p:nvPicPr>
          <p:cNvPr id="16" name="Picture 15" descr="A screenshot of a cell phone&#10;&#10;Description automatically generated">
            <a:extLst>
              <a:ext uri="{FF2B5EF4-FFF2-40B4-BE49-F238E27FC236}">
                <a16:creationId xmlns:a16="http://schemas.microsoft.com/office/drawing/2014/main" id="{F3C1560C-0A30-D52A-39EB-D0AE5A7E52D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5342" t="53960" r="21274" b="25655"/>
          <a:stretch/>
        </p:blipFill>
        <p:spPr>
          <a:xfrm>
            <a:off x="1604573" y="1856477"/>
            <a:ext cx="721272" cy="896316"/>
          </a:xfrm>
          <a:prstGeom prst="rect">
            <a:avLst/>
          </a:prstGeom>
        </p:spPr>
      </p:pic>
      <p:pic>
        <p:nvPicPr>
          <p:cNvPr id="18" name="Picture 17" descr="A screenshot of a cell phone&#10;&#10;Description automatically generated">
            <a:extLst>
              <a:ext uri="{FF2B5EF4-FFF2-40B4-BE49-F238E27FC236}">
                <a16:creationId xmlns:a16="http://schemas.microsoft.com/office/drawing/2014/main" id="{353D6603-00F3-B7C2-F114-8AFC57DD7D5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6111" r="22092" b="80979"/>
          <a:stretch/>
        </p:blipFill>
        <p:spPr>
          <a:xfrm>
            <a:off x="2494520" y="375527"/>
            <a:ext cx="700386" cy="851244"/>
          </a:xfrm>
          <a:prstGeom prst="rect">
            <a:avLst/>
          </a:prstGeom>
        </p:spPr>
      </p:pic>
      <p:pic>
        <p:nvPicPr>
          <p:cNvPr id="20" name="Picture 19" descr="A screenshot of a cell phone&#10;&#10;Description automatically generated">
            <a:extLst>
              <a:ext uri="{FF2B5EF4-FFF2-40B4-BE49-F238E27FC236}">
                <a16:creationId xmlns:a16="http://schemas.microsoft.com/office/drawing/2014/main" id="{C1A8CCB9-89A5-E84B-DC3A-5B65F0244AE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6873" r="76494" b="53153"/>
          <a:stretch/>
        </p:blipFill>
        <p:spPr>
          <a:xfrm>
            <a:off x="644405" y="2991337"/>
            <a:ext cx="600713" cy="727657"/>
          </a:xfrm>
          <a:prstGeom prst="rect">
            <a:avLst/>
          </a:prstGeom>
        </p:spPr>
      </p:pic>
      <p:pic>
        <p:nvPicPr>
          <p:cNvPr id="22" name="Picture 21" descr="A screenshot of a cell phone&#10;&#10;Description automatically generated">
            <a:extLst>
              <a:ext uri="{FF2B5EF4-FFF2-40B4-BE49-F238E27FC236}">
                <a16:creationId xmlns:a16="http://schemas.microsoft.com/office/drawing/2014/main" id="{E9495EC5-53D5-9D08-D801-DDF927CDD46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6434" t="27594" r="22522" b="52437"/>
          <a:stretch/>
        </p:blipFill>
        <p:spPr>
          <a:xfrm>
            <a:off x="2685715" y="1837092"/>
            <a:ext cx="700386" cy="947409"/>
          </a:xfrm>
          <a:prstGeom prst="rect">
            <a:avLst/>
          </a:prstGeom>
        </p:spPr>
      </p:pic>
      <p:pic>
        <p:nvPicPr>
          <p:cNvPr id="24" name="Picture 23" descr="A screenshot of a cell phone&#10;&#10;Description automatically generated">
            <a:extLst>
              <a:ext uri="{FF2B5EF4-FFF2-40B4-BE49-F238E27FC236}">
                <a16:creationId xmlns:a16="http://schemas.microsoft.com/office/drawing/2014/main" id="{65DC3007-BF77-875A-ECC9-6C8FCA360A9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53329" r="77793" b="25881"/>
          <a:stretch/>
        </p:blipFill>
        <p:spPr>
          <a:xfrm>
            <a:off x="1619791" y="2977480"/>
            <a:ext cx="585274" cy="781051"/>
          </a:xfrm>
          <a:prstGeom prst="rect">
            <a:avLst/>
          </a:prstGeom>
        </p:spPr>
      </p:pic>
      <p:pic>
        <p:nvPicPr>
          <p:cNvPr id="26" name="Picture 25" descr="A person in a striped shirt&#10;&#10;Description automatically generated">
            <a:extLst>
              <a:ext uri="{FF2B5EF4-FFF2-40B4-BE49-F238E27FC236}">
                <a16:creationId xmlns:a16="http://schemas.microsoft.com/office/drawing/2014/main" id="{AF85628F-29AE-767B-29F0-069E4DBE41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978" y="1883175"/>
            <a:ext cx="670992" cy="851245"/>
          </a:xfrm>
          <a:prstGeom prst="rect">
            <a:avLst/>
          </a:prstGeom>
        </p:spPr>
      </p:pic>
      <p:sp>
        <p:nvSpPr>
          <p:cNvPr id="28" name="TextBox 16">
            <a:extLst>
              <a:ext uri="{FF2B5EF4-FFF2-40B4-BE49-F238E27FC236}">
                <a16:creationId xmlns:a16="http://schemas.microsoft.com/office/drawing/2014/main" id="{0214DEE9-2422-1E49-8F81-94A0D4ACC812}"/>
              </a:ext>
            </a:extLst>
          </p:cNvPr>
          <p:cNvSpPr txBox="1"/>
          <p:nvPr/>
        </p:nvSpPr>
        <p:spPr>
          <a:xfrm>
            <a:off x="2555400" y="1191530"/>
            <a:ext cx="667614" cy="1476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lvl1pPr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1pPr>
            <a:lvl2pPr indent="2286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2pPr>
            <a:lvl3pPr indent="4572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3pPr>
            <a:lvl4pPr indent="6858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4pPr>
            <a:lvl5pPr indent="9144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5pPr>
            <a:lvl6pPr indent="11430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6pPr>
            <a:lvl7pPr indent="13716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7pPr>
            <a:lvl8pPr indent="16002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8pPr>
            <a:lvl9pPr indent="18288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9pPr>
          </a:lstStyle>
          <a:p>
            <a:r>
              <a:rPr lang="en-US" sz="1036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Nathaniel Trask</a:t>
            </a:r>
          </a:p>
        </p:txBody>
      </p:sp>
      <p:sp>
        <p:nvSpPr>
          <p:cNvPr id="30" name="TextBox 17">
            <a:extLst>
              <a:ext uri="{FF2B5EF4-FFF2-40B4-BE49-F238E27FC236}">
                <a16:creationId xmlns:a16="http://schemas.microsoft.com/office/drawing/2014/main" id="{BCB054F4-E82E-B4DA-48E4-8397B5B8D347}"/>
              </a:ext>
            </a:extLst>
          </p:cNvPr>
          <p:cNvSpPr txBox="1"/>
          <p:nvPr/>
        </p:nvSpPr>
        <p:spPr>
          <a:xfrm>
            <a:off x="672985" y="3684712"/>
            <a:ext cx="543554" cy="1476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lvl1pPr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1pPr>
            <a:lvl2pPr indent="2286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2pPr>
            <a:lvl3pPr indent="4572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3pPr>
            <a:lvl4pPr indent="6858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4pPr>
            <a:lvl5pPr indent="9144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5pPr>
            <a:lvl6pPr indent="11430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6pPr>
            <a:lvl7pPr indent="13716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7pPr>
            <a:lvl8pPr indent="16002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8pPr>
            <a:lvl9pPr indent="18288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9pPr>
          </a:lstStyle>
          <a:p>
            <a:r>
              <a:rPr lang="en-US" sz="1036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Priya Panda</a:t>
            </a:r>
          </a:p>
        </p:txBody>
      </p:sp>
      <p:sp>
        <p:nvSpPr>
          <p:cNvPr id="32" name="TextBox 18">
            <a:extLst>
              <a:ext uri="{FF2B5EF4-FFF2-40B4-BE49-F238E27FC236}">
                <a16:creationId xmlns:a16="http://schemas.microsoft.com/office/drawing/2014/main" id="{1965380A-EEF6-744C-9211-29BF8A74B2B2}"/>
              </a:ext>
            </a:extLst>
          </p:cNvPr>
          <p:cNvSpPr txBox="1"/>
          <p:nvPr/>
        </p:nvSpPr>
        <p:spPr>
          <a:xfrm>
            <a:off x="2779484" y="2684155"/>
            <a:ext cx="551248" cy="1476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lvl1pPr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1pPr>
            <a:lvl2pPr indent="2286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2pPr>
            <a:lvl3pPr indent="4572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3pPr>
            <a:lvl4pPr indent="6858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4pPr>
            <a:lvl5pPr indent="9144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5pPr>
            <a:lvl6pPr indent="11430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6pPr>
            <a:lvl7pPr indent="13716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7pPr>
            <a:lvl8pPr indent="16002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8pPr>
            <a:lvl9pPr indent="18288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9pPr>
          </a:lstStyle>
          <a:p>
            <a:r>
              <a:rPr lang="en-US" sz="1036" err="1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Panos</a:t>
            </a:r>
            <a:r>
              <a:rPr lang="en-US" sz="1036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36" err="1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Stinis</a:t>
            </a:r>
            <a:endParaRPr lang="en-US" sz="1036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TextBox 19">
            <a:extLst>
              <a:ext uri="{FF2B5EF4-FFF2-40B4-BE49-F238E27FC236}">
                <a16:creationId xmlns:a16="http://schemas.microsoft.com/office/drawing/2014/main" id="{779EA450-7F47-637F-1C9E-34014F4918CB}"/>
              </a:ext>
            </a:extLst>
          </p:cNvPr>
          <p:cNvSpPr txBox="1"/>
          <p:nvPr/>
        </p:nvSpPr>
        <p:spPr>
          <a:xfrm>
            <a:off x="771709" y="2688664"/>
            <a:ext cx="393529" cy="1476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lvl1pPr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1pPr>
            <a:lvl2pPr indent="2286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2pPr>
            <a:lvl3pPr indent="4572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3pPr>
            <a:lvl4pPr indent="6858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4pPr>
            <a:lvl5pPr indent="9144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5pPr>
            <a:lvl6pPr indent="11430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6pPr>
            <a:lvl7pPr indent="13716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7pPr>
            <a:lvl8pPr indent="16002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8pPr>
            <a:lvl9pPr indent="18288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9pPr>
          </a:lstStyle>
          <a:p>
            <a:r>
              <a:rPr lang="en-US" sz="1036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Eric Cyr</a:t>
            </a:r>
          </a:p>
        </p:txBody>
      </p:sp>
      <p:sp>
        <p:nvSpPr>
          <p:cNvPr id="36" name="TextBox 20">
            <a:extLst>
              <a:ext uri="{FF2B5EF4-FFF2-40B4-BE49-F238E27FC236}">
                <a16:creationId xmlns:a16="http://schemas.microsoft.com/office/drawing/2014/main" id="{5987E6E0-A881-A9EA-A9FD-768AF2D6D283}"/>
              </a:ext>
            </a:extLst>
          </p:cNvPr>
          <p:cNvSpPr txBox="1"/>
          <p:nvPr/>
        </p:nvSpPr>
        <p:spPr>
          <a:xfrm>
            <a:off x="1576491" y="3684712"/>
            <a:ext cx="785902" cy="1476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lvl1pPr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1pPr>
            <a:lvl2pPr indent="2286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2pPr>
            <a:lvl3pPr indent="4572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3pPr>
            <a:lvl4pPr indent="6858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4pPr>
            <a:lvl5pPr indent="9144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5pPr>
            <a:lvl6pPr indent="11430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6pPr>
            <a:lvl7pPr indent="13716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7pPr>
            <a:lvl8pPr indent="16002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8pPr>
            <a:lvl9pPr indent="18288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9pPr>
          </a:lstStyle>
          <a:p>
            <a:r>
              <a:rPr lang="en-US" sz="1036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Daniel Tartakovsky</a:t>
            </a:r>
          </a:p>
        </p:txBody>
      </p:sp>
      <p:sp>
        <p:nvSpPr>
          <p:cNvPr id="38" name="TextBox 21">
            <a:extLst>
              <a:ext uri="{FF2B5EF4-FFF2-40B4-BE49-F238E27FC236}">
                <a16:creationId xmlns:a16="http://schemas.microsoft.com/office/drawing/2014/main" id="{309C1FC0-3371-4811-BEB9-F30B01A03EE1}"/>
              </a:ext>
            </a:extLst>
          </p:cNvPr>
          <p:cNvSpPr txBox="1"/>
          <p:nvPr/>
        </p:nvSpPr>
        <p:spPr>
          <a:xfrm>
            <a:off x="1671313" y="2684155"/>
            <a:ext cx="587792" cy="1476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lvl1pPr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1pPr>
            <a:lvl2pPr indent="2286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2pPr>
            <a:lvl3pPr indent="4572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3pPr>
            <a:lvl4pPr indent="6858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4pPr>
            <a:lvl5pPr indent="9144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5pPr>
            <a:lvl6pPr indent="11430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6pPr>
            <a:lvl7pPr indent="13716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7pPr>
            <a:lvl8pPr indent="16002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8pPr>
            <a:lvl9pPr indent="18288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9pPr>
          </a:lstStyle>
          <a:p>
            <a:r>
              <a:rPr lang="en-US" sz="1036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Martin Maxey</a:t>
            </a:r>
          </a:p>
        </p:txBody>
      </p:sp>
      <p:sp>
        <p:nvSpPr>
          <p:cNvPr id="40" name="TextBox 28">
            <a:extLst>
              <a:ext uri="{FF2B5EF4-FFF2-40B4-BE49-F238E27FC236}">
                <a16:creationId xmlns:a16="http://schemas.microsoft.com/office/drawing/2014/main" id="{506CFBE0-9E9B-81EB-EA67-0724956EDDCB}"/>
              </a:ext>
            </a:extLst>
          </p:cNvPr>
          <p:cNvSpPr txBox="1"/>
          <p:nvPr/>
        </p:nvSpPr>
        <p:spPr>
          <a:xfrm>
            <a:off x="407704" y="2836302"/>
            <a:ext cx="1121537" cy="14255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1pPr>
            <a:lvl2pPr indent="2286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2pPr>
            <a:lvl3pPr indent="4572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3pPr>
            <a:lvl4pPr indent="6858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4pPr>
            <a:lvl5pPr indent="9144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5pPr>
            <a:lvl6pPr indent="11430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6pPr>
            <a:lvl7pPr indent="13716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7pPr>
            <a:lvl8pPr indent="16002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8pPr>
            <a:lvl9pPr indent="18288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9pPr>
          </a:lstStyle>
          <a:p>
            <a:r>
              <a:rPr lang="en-US" sz="1036">
                <a:latin typeface="Arial" panose="020B0604020202020204" pitchFamily="34" charset="0"/>
                <a:cs typeface="Arial" panose="020B0604020202020204" pitchFamily="34" charset="0"/>
              </a:rPr>
              <a:t>SNL</a:t>
            </a:r>
          </a:p>
        </p:txBody>
      </p:sp>
      <p:sp>
        <p:nvSpPr>
          <p:cNvPr id="42" name="TextBox 29">
            <a:extLst>
              <a:ext uri="{FF2B5EF4-FFF2-40B4-BE49-F238E27FC236}">
                <a16:creationId xmlns:a16="http://schemas.microsoft.com/office/drawing/2014/main" id="{EFDFC5E3-6755-340D-FE50-0470618ABA96}"/>
              </a:ext>
            </a:extLst>
          </p:cNvPr>
          <p:cNvSpPr txBox="1"/>
          <p:nvPr/>
        </p:nvSpPr>
        <p:spPr>
          <a:xfrm>
            <a:off x="378373" y="3830966"/>
            <a:ext cx="1121537" cy="25173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1pPr>
            <a:lvl2pPr indent="2286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2pPr>
            <a:lvl3pPr indent="4572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3pPr>
            <a:lvl4pPr indent="6858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4pPr>
            <a:lvl5pPr indent="9144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5pPr>
            <a:lvl6pPr indent="11430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6pPr>
            <a:lvl7pPr indent="13716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7pPr>
            <a:lvl8pPr indent="16002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8pPr>
            <a:lvl9pPr indent="18288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9pPr>
          </a:lstStyle>
          <a:p>
            <a:r>
              <a:rPr lang="en-US" sz="1036">
                <a:latin typeface="Arial" panose="020B0604020202020204" pitchFamily="34" charset="0"/>
                <a:cs typeface="Arial" panose="020B0604020202020204" pitchFamily="34" charset="0"/>
              </a:rPr>
              <a:t>USC</a:t>
            </a:r>
          </a:p>
        </p:txBody>
      </p:sp>
      <p:sp>
        <p:nvSpPr>
          <p:cNvPr id="44" name="TextBox 31">
            <a:extLst>
              <a:ext uri="{FF2B5EF4-FFF2-40B4-BE49-F238E27FC236}">
                <a16:creationId xmlns:a16="http://schemas.microsoft.com/office/drawing/2014/main" id="{7DE08AF0-404B-A4DB-EF77-AD75EC6CFED9}"/>
              </a:ext>
            </a:extLst>
          </p:cNvPr>
          <p:cNvSpPr txBox="1"/>
          <p:nvPr/>
        </p:nvSpPr>
        <p:spPr>
          <a:xfrm>
            <a:off x="2362393" y="2823142"/>
            <a:ext cx="1385430" cy="14255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1pPr>
            <a:lvl2pPr indent="2286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2pPr>
            <a:lvl3pPr indent="4572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3pPr>
            <a:lvl4pPr indent="6858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4pPr>
            <a:lvl5pPr indent="9144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5pPr>
            <a:lvl6pPr indent="11430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6pPr>
            <a:lvl7pPr indent="13716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7pPr>
            <a:lvl8pPr indent="16002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8pPr>
            <a:lvl9pPr indent="18288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9pPr>
          </a:lstStyle>
          <a:p>
            <a:r>
              <a:rPr lang="en-US" sz="1036">
                <a:latin typeface="Arial" panose="020B0604020202020204" pitchFamily="34" charset="0"/>
                <a:cs typeface="Arial" panose="020B0604020202020204" pitchFamily="34" charset="0"/>
              </a:rPr>
              <a:t>PNNL</a:t>
            </a:r>
          </a:p>
        </p:txBody>
      </p:sp>
      <p:sp>
        <p:nvSpPr>
          <p:cNvPr id="46" name="TextBox 32">
            <a:extLst>
              <a:ext uri="{FF2B5EF4-FFF2-40B4-BE49-F238E27FC236}">
                <a16:creationId xmlns:a16="http://schemas.microsoft.com/office/drawing/2014/main" id="{54ABF56E-A43C-6943-7B48-7D79E77D9499}"/>
              </a:ext>
            </a:extLst>
          </p:cNvPr>
          <p:cNvSpPr txBox="1"/>
          <p:nvPr/>
        </p:nvSpPr>
        <p:spPr>
          <a:xfrm>
            <a:off x="1276726" y="3833343"/>
            <a:ext cx="1385431" cy="25173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1pPr>
            <a:lvl2pPr indent="2286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2pPr>
            <a:lvl3pPr indent="4572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3pPr>
            <a:lvl4pPr indent="6858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4pPr>
            <a:lvl5pPr indent="9144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5pPr>
            <a:lvl6pPr indent="11430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6pPr>
            <a:lvl7pPr indent="13716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7pPr>
            <a:lvl8pPr indent="16002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8pPr>
            <a:lvl9pPr indent="18288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9pPr>
          </a:lstStyle>
          <a:p>
            <a:r>
              <a:rPr lang="en-US" sz="1036">
                <a:latin typeface="Arial" panose="020B0604020202020204" pitchFamily="34" charset="0"/>
                <a:cs typeface="Arial" panose="020B0604020202020204" pitchFamily="34" charset="0"/>
              </a:rPr>
              <a:t>Stanford</a:t>
            </a:r>
          </a:p>
        </p:txBody>
      </p:sp>
      <p:sp>
        <p:nvSpPr>
          <p:cNvPr id="48" name="TextBox 33">
            <a:extLst>
              <a:ext uri="{FF2B5EF4-FFF2-40B4-BE49-F238E27FC236}">
                <a16:creationId xmlns:a16="http://schemas.microsoft.com/office/drawing/2014/main" id="{C44D3BC9-DD78-DCB6-D235-3F4A0BCB55E8}"/>
              </a:ext>
            </a:extLst>
          </p:cNvPr>
          <p:cNvSpPr txBox="1"/>
          <p:nvPr/>
        </p:nvSpPr>
        <p:spPr>
          <a:xfrm>
            <a:off x="1121612" y="2813420"/>
            <a:ext cx="1687194" cy="25173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1pPr>
            <a:lvl2pPr indent="2286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2pPr>
            <a:lvl3pPr indent="4572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3pPr>
            <a:lvl4pPr indent="6858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4pPr>
            <a:lvl5pPr indent="9144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5pPr>
            <a:lvl6pPr indent="11430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6pPr>
            <a:lvl7pPr indent="13716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7pPr>
            <a:lvl8pPr indent="16002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8pPr>
            <a:lvl9pPr indent="18288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9pPr>
          </a:lstStyle>
          <a:p>
            <a:r>
              <a:rPr lang="en-US" sz="1036">
                <a:latin typeface="Arial" panose="020B0604020202020204" pitchFamily="34" charset="0"/>
                <a:cs typeface="Arial" panose="020B0604020202020204" pitchFamily="34" charset="0"/>
              </a:rPr>
              <a:t>Brown</a:t>
            </a:r>
          </a:p>
        </p:txBody>
      </p:sp>
      <p:pic>
        <p:nvPicPr>
          <p:cNvPr id="50" name="Picture 49" descr="Scientist Stories: Mengjia Xu, Neuro-inspired Algorithms and Theory">
            <a:extLst>
              <a:ext uri="{FF2B5EF4-FFF2-40B4-BE49-F238E27FC236}">
                <a16:creationId xmlns:a16="http://schemas.microsoft.com/office/drawing/2014/main" id="{4A91C966-1390-CCED-DF03-1AB77AF8CFF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2874" r="15978"/>
          <a:stretch>
            <a:fillRect/>
          </a:stretch>
        </p:blipFill>
        <p:spPr>
          <a:xfrm>
            <a:off x="2770085" y="3046591"/>
            <a:ext cx="536900" cy="656686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DFA9BABC-0DDD-9B87-27CB-C946A2B48950}"/>
              </a:ext>
            </a:extLst>
          </p:cNvPr>
          <p:cNvSpPr txBox="1"/>
          <p:nvPr/>
        </p:nvSpPr>
        <p:spPr>
          <a:xfrm>
            <a:off x="2586970" y="3688760"/>
            <a:ext cx="899720" cy="251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36" err="1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Mengjia</a:t>
            </a:r>
            <a:r>
              <a:rPr lang="en-US" sz="1036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Xu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63B5E36-C251-8C34-945E-FAFF01EAA18F}"/>
              </a:ext>
            </a:extLst>
          </p:cNvPr>
          <p:cNvSpPr txBox="1"/>
          <p:nvPr/>
        </p:nvSpPr>
        <p:spPr>
          <a:xfrm>
            <a:off x="2808806" y="3830966"/>
            <a:ext cx="643891" cy="251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36">
                <a:latin typeface="Arial" panose="020B0604020202020204" pitchFamily="34" charset="0"/>
                <a:cs typeface="Arial" panose="020B0604020202020204" pitchFamily="34" charset="0"/>
              </a:rPr>
              <a:t>NJIT</a:t>
            </a:r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A1D341B1-3483-1FC7-74D9-3B8D4AC422A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30732" y="5637112"/>
            <a:ext cx="1958510" cy="701101"/>
          </a:xfrm>
          <a:prstGeom prst="rect">
            <a:avLst/>
          </a:prstGeom>
        </p:spPr>
      </p:pic>
      <p:pic>
        <p:nvPicPr>
          <p:cNvPr id="2" name="Picture 1" descr="Houman Owhadi - Computing + Mathematical Sciences">
            <a:extLst>
              <a:ext uri="{FF2B5EF4-FFF2-40B4-BE49-F238E27FC236}">
                <a16:creationId xmlns:a16="http://schemas.microsoft.com/office/drawing/2014/main" id="{1C911CD6-264C-6BF8-26F1-B8B1FEB37DC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97531" y="4164041"/>
            <a:ext cx="479561" cy="63471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41BE1F8-610F-46F5-6411-D037C52A302A}"/>
              </a:ext>
            </a:extLst>
          </p:cNvPr>
          <p:cNvSpPr txBox="1"/>
          <p:nvPr/>
        </p:nvSpPr>
        <p:spPr>
          <a:xfrm>
            <a:off x="1293229" y="4848512"/>
            <a:ext cx="1276270" cy="251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36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Houman </a:t>
            </a:r>
            <a:r>
              <a:rPr lang="en-US" sz="1036" err="1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Owhadi</a:t>
            </a:r>
            <a:endParaRPr lang="en-US" sz="1036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6A5C8E7-2ECA-9FD0-FAA5-99FBFE98159D}"/>
              </a:ext>
            </a:extLst>
          </p:cNvPr>
          <p:cNvSpPr txBox="1"/>
          <p:nvPr/>
        </p:nvSpPr>
        <p:spPr>
          <a:xfrm>
            <a:off x="1619791" y="4974380"/>
            <a:ext cx="643891" cy="251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36">
                <a:latin typeface="Arial" panose="020B0604020202020204" pitchFamily="34" charset="0"/>
                <a:cs typeface="Arial" panose="020B0604020202020204" pitchFamily="34" charset="0"/>
              </a:rPr>
              <a:t>Caltech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C84AC4D-6468-8757-CD55-E3A223AF4B0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73584" y="2526173"/>
            <a:ext cx="5474011" cy="3113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44673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03FCFD-094A-6F5C-D47F-8941DB03C9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CAA8476-1028-9960-B9BF-2DD78C5DA0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A6707E-744E-4E78-8A21-5E48420B6F0A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47CE745C-F2D4-D92A-C923-F3995A243EA0}"/>
              </a:ext>
            </a:extLst>
          </p:cNvPr>
          <p:cNvSpPr>
            <a:spLocks noGrp="1"/>
          </p:cNvSpPr>
          <p:nvPr/>
        </p:nvSpPr>
        <p:spPr bwMode="auto">
          <a:xfrm>
            <a:off x="68216" y="-104715"/>
            <a:ext cx="11353800" cy="991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2500">
                <a:solidFill>
                  <a:srgbClr val="102E54"/>
                </a:solidFill>
                <a:latin typeface="Calibri"/>
                <a:ea typeface="ＭＳ Ｐゴシック" charset="-128"/>
                <a:cs typeface="Calibri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5pPr>
            <a:lvl6pPr marL="4572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6pPr>
            <a:lvl7pPr marL="9144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7pPr>
            <a:lvl8pPr marL="13716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8pPr>
            <a:lvl9pPr marL="18288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9pPr>
          </a:lstStyle>
          <a:p>
            <a:r>
              <a:rPr lang="en-US"/>
              <a:t>Adoption across DOE user facilities – pulsed power fusion and data centers</a:t>
            </a:r>
          </a:p>
        </p:txBody>
      </p:sp>
      <p:pic>
        <p:nvPicPr>
          <p:cNvPr id="5" name="compressed_plasma_model_rollout_logmom (1)">
            <a:hlinkClick r:id="" action="ppaction://media"/>
            <a:extLst>
              <a:ext uri="{FF2B5EF4-FFF2-40B4-BE49-F238E27FC236}">
                <a16:creationId xmlns:a16="http://schemas.microsoft.com/office/drawing/2014/main" id="{8E69D07F-01D4-1C8C-F4A5-28DA776D92A6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8815" r="9104"/>
          <a:stretch>
            <a:fillRect/>
          </a:stretch>
        </p:blipFill>
        <p:spPr>
          <a:xfrm>
            <a:off x="152400" y="2919406"/>
            <a:ext cx="5855154" cy="2377792"/>
          </a:xfrm>
          <a:prstGeom prst="rect">
            <a:avLst/>
          </a:prstGeom>
        </p:spPr>
      </p:pic>
      <p:pic>
        <p:nvPicPr>
          <p:cNvPr id="4" name="Picture 2" descr="Energy – Z Pulsed Power Facility">
            <a:extLst>
              <a:ext uri="{FF2B5EF4-FFF2-40B4-BE49-F238E27FC236}">
                <a16:creationId xmlns:a16="http://schemas.microsoft.com/office/drawing/2014/main" id="{9A129383-600B-648E-1349-18E91CA189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3683" y="1332117"/>
            <a:ext cx="5699597" cy="18108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318ED4E-1676-BC83-3B04-56C2C2F216F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8722" y="1332117"/>
            <a:ext cx="3180078" cy="2121282"/>
          </a:xfrm>
          <a:prstGeom prst="rect">
            <a:avLst/>
          </a:prstGeom>
        </p:spPr>
      </p:pic>
      <p:pic>
        <p:nvPicPr>
          <p:cNvPr id="8" name="Graphic 26">
            <a:extLst>
              <a:ext uri="{FF2B5EF4-FFF2-40B4-BE49-F238E27FC236}">
                <a16:creationId xmlns:a16="http://schemas.microsoft.com/office/drawing/2014/main" id="{E6F30F50-381E-F90C-D85D-055D1C6CF6A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887765" y="1163665"/>
            <a:ext cx="2016846" cy="200273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1691A33-ABC0-2E72-B861-BA1733D431F0}"/>
              </a:ext>
            </a:extLst>
          </p:cNvPr>
          <p:cNvSpPr txBox="1"/>
          <p:nvPr/>
        </p:nvSpPr>
        <p:spPr>
          <a:xfrm>
            <a:off x="138086" y="671370"/>
            <a:ext cx="61214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000">
                <a:cs typeface="Calibri" panose="020F0502020204030204" pitchFamily="34" charset="0"/>
              </a:rPr>
              <a:t>Simulation of components in fusion shot far outweighs the time available between experiments</a:t>
            </a:r>
          </a:p>
        </p:txBody>
      </p:sp>
      <p:sp>
        <p:nvSpPr>
          <p:cNvPr id="11" name="TextBox 28">
            <a:extLst>
              <a:ext uri="{FF2B5EF4-FFF2-40B4-BE49-F238E27FC236}">
                <a16:creationId xmlns:a16="http://schemas.microsoft.com/office/drawing/2014/main" id="{2D969232-BCE4-EC55-1ABB-92B6F453C79F}"/>
              </a:ext>
            </a:extLst>
          </p:cNvPr>
          <p:cNvSpPr txBox="1"/>
          <p:nvPr/>
        </p:nvSpPr>
        <p:spPr>
          <a:xfrm>
            <a:off x="9528719" y="3142926"/>
            <a:ext cx="2510881" cy="276999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200" b="1"/>
              <a:t>Heat release from thermal runaway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EAD6D9C-2944-59F8-7AC5-AA971672FB97}"/>
              </a:ext>
            </a:extLst>
          </p:cNvPr>
          <p:cNvCxnSpPr>
            <a:cxnSpLocks/>
            <a:stCxn id="11" idx="0"/>
          </p:cNvCxnSpPr>
          <p:nvPr/>
        </p:nvCxnSpPr>
        <p:spPr>
          <a:xfrm flipV="1">
            <a:off x="10784160" y="2280085"/>
            <a:ext cx="0" cy="86284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1F5A59D8-22D4-9A5A-3D13-74D9C7EDC1C8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65010" t="23571" b="52858"/>
          <a:stretch>
            <a:fillRect/>
          </a:stretch>
        </p:blipFill>
        <p:spPr>
          <a:xfrm>
            <a:off x="6268722" y="3663544"/>
            <a:ext cx="2901325" cy="1633654"/>
          </a:xfrm>
          <a:prstGeom prst="rect">
            <a:avLst/>
          </a:prstGeom>
        </p:spPr>
      </p:pic>
      <p:sp>
        <p:nvSpPr>
          <p:cNvPr id="17" name="TextBox 60">
            <a:extLst>
              <a:ext uri="{FF2B5EF4-FFF2-40B4-BE49-F238E27FC236}">
                <a16:creationId xmlns:a16="http://schemas.microsoft.com/office/drawing/2014/main" id="{F9FDE3E2-DB5A-6F99-447A-65F8E025198C}"/>
              </a:ext>
            </a:extLst>
          </p:cNvPr>
          <p:cNvSpPr txBox="1"/>
          <p:nvPr/>
        </p:nvSpPr>
        <p:spPr>
          <a:xfrm>
            <a:off x="223683" y="5344740"/>
            <a:ext cx="5637327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400" b="1" u="sng">
                <a:solidFill>
                  <a:srgbClr val="C00000"/>
                </a:solidFill>
              </a:rPr>
              <a:t>What’s missing in current AI/ML?</a:t>
            </a:r>
            <a:br>
              <a:rPr lang="en-US" sz="2400" b="1" u="sng">
                <a:solidFill>
                  <a:srgbClr val="C00000"/>
                </a:solidFill>
              </a:rPr>
            </a:br>
            <a:r>
              <a:rPr lang="en-US" sz="2000" b="1">
                <a:solidFill>
                  <a:srgbClr val="011F5B"/>
                </a:solidFill>
              </a:rPr>
              <a:t>Guaranteed stability for long-time rollouts of chaotic dynamics, structure-preservation</a:t>
            </a:r>
            <a:endParaRPr lang="en-US" sz="2400" b="1">
              <a:solidFill>
                <a:srgbClr val="C00000"/>
              </a:solidFill>
            </a:endParaRPr>
          </a:p>
        </p:txBody>
      </p:sp>
      <p:sp>
        <p:nvSpPr>
          <p:cNvPr id="19" name="TextBox 60">
            <a:extLst>
              <a:ext uri="{FF2B5EF4-FFF2-40B4-BE49-F238E27FC236}">
                <a16:creationId xmlns:a16="http://schemas.microsoft.com/office/drawing/2014/main" id="{5F38C151-57B5-87C5-CF6E-59AB43057230}"/>
              </a:ext>
            </a:extLst>
          </p:cNvPr>
          <p:cNvSpPr txBox="1"/>
          <p:nvPr/>
        </p:nvSpPr>
        <p:spPr>
          <a:xfrm>
            <a:off x="5897516" y="5344740"/>
            <a:ext cx="629448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400" b="1" u="sng">
                <a:solidFill>
                  <a:srgbClr val="C00000"/>
                </a:solidFill>
              </a:rPr>
              <a:t>What’s missing in current AI/ML?</a:t>
            </a:r>
            <a:br>
              <a:rPr lang="en-US" sz="2400" b="1" u="sng">
                <a:solidFill>
                  <a:srgbClr val="C00000"/>
                </a:solidFill>
              </a:rPr>
            </a:br>
            <a:r>
              <a:rPr lang="en-US" sz="2000" b="1">
                <a:solidFill>
                  <a:srgbClr val="011F5B"/>
                </a:solidFill>
              </a:rPr>
              <a:t>Need generalization across geometry, operating conditions from modest data, UQ, extreme physics</a:t>
            </a:r>
            <a:endParaRPr lang="en-US" sz="2400" b="1">
              <a:solidFill>
                <a:srgbClr val="C00000"/>
              </a:solidFill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48E9255D-D8BA-B8E0-F0AC-B6E10AE85261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b="13265"/>
          <a:stretch>
            <a:fillRect/>
          </a:stretch>
        </p:blipFill>
        <p:spPr>
          <a:xfrm>
            <a:off x="9661742" y="3585286"/>
            <a:ext cx="2236685" cy="1790169"/>
          </a:xfrm>
          <a:prstGeom prst="rect">
            <a:avLst/>
          </a:prstGeom>
        </p:spPr>
      </p:pic>
      <p:sp>
        <p:nvSpPr>
          <p:cNvPr id="27" name="TextBox 28">
            <a:extLst>
              <a:ext uri="{FF2B5EF4-FFF2-40B4-BE49-F238E27FC236}">
                <a16:creationId xmlns:a16="http://schemas.microsoft.com/office/drawing/2014/main" id="{769CD22C-BF72-4039-2628-ACD581F10E4D}"/>
              </a:ext>
            </a:extLst>
          </p:cNvPr>
          <p:cNvSpPr txBox="1"/>
          <p:nvPr/>
        </p:nvSpPr>
        <p:spPr>
          <a:xfrm>
            <a:off x="10650383" y="1034820"/>
            <a:ext cx="1389217" cy="461665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200" b="1"/>
              <a:t>Battery rack thermal </a:t>
            </a:r>
            <a:r>
              <a:rPr lang="en-US" sz="1200" b="1" err="1"/>
              <a:t>mgmt</a:t>
            </a:r>
            <a:endParaRPr lang="en-US" sz="1200" b="1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2E5F5D-0FCB-B133-CF0D-9A4EF8CA5A4D}"/>
              </a:ext>
            </a:extLst>
          </p:cNvPr>
          <p:cNvSpPr txBox="1"/>
          <p:nvPr/>
        </p:nvSpPr>
        <p:spPr>
          <a:xfrm>
            <a:off x="6159954" y="694925"/>
            <a:ext cx="61214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000">
                <a:cs typeface="Calibri" panose="020F0502020204030204" pitchFamily="34" charset="0"/>
              </a:rPr>
              <a:t>Cascading failure poses a risk to energy storage system installations and first responders.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0D3ED7E-4BE1-64D7-6A86-55B41128688D}"/>
              </a:ext>
            </a:extLst>
          </p:cNvPr>
          <p:cNvSpPr txBox="1"/>
          <p:nvPr/>
        </p:nvSpPr>
        <p:spPr>
          <a:xfrm>
            <a:off x="0" y="6560349"/>
            <a:ext cx="95287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i="0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Kinch, Brooks, et al. "A </a:t>
            </a:r>
            <a:r>
              <a:rPr lang="en-US" sz="1200" b="0" i="0" err="1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Hybridizable</a:t>
            </a:r>
            <a:r>
              <a:rPr lang="en-US" sz="1200" b="0" i="0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 Neural Time Integrator for Stable Autoregressive Forecasting." </a:t>
            </a:r>
            <a:r>
              <a:rPr lang="en-US" sz="1200" b="0" i="1" err="1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arXiv</a:t>
            </a:r>
            <a:r>
              <a:rPr lang="en-US" sz="1200" b="0" i="1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 preprint arXiv:2604.21101</a:t>
            </a:r>
            <a:r>
              <a:rPr lang="en-US" sz="1200" b="0" i="0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 (2026).</a:t>
            </a:r>
            <a:endParaRPr lang="en-US" sz="320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4421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6000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  <p:video>
              <p:cMediaNode vol="80000">
                <p:cTn id="1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FEC97-63F2-4391-27FA-ECB6EF2BB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6F015E3-5722-8FA1-2C8A-842B7D3B00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A6707E-744E-4E78-8A21-5E48420B6F0A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87663A33-CE9B-849D-8710-E3307EBA48C1}"/>
              </a:ext>
            </a:extLst>
          </p:cNvPr>
          <p:cNvSpPr>
            <a:spLocks noGrp="1"/>
          </p:cNvSpPr>
          <p:nvPr/>
        </p:nvSpPr>
        <p:spPr bwMode="auto">
          <a:xfrm>
            <a:off x="152400" y="-107545"/>
            <a:ext cx="11353800" cy="991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2500">
                <a:solidFill>
                  <a:srgbClr val="102E54"/>
                </a:solidFill>
                <a:latin typeface="Calibri"/>
                <a:ea typeface="ＭＳ Ｐゴシック" charset="-128"/>
                <a:cs typeface="Calibri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5pPr>
            <a:lvl6pPr marL="4572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6pPr>
            <a:lvl7pPr marL="9144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7pPr>
            <a:lvl8pPr marL="13716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8pPr>
            <a:lvl9pPr marL="18288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9pPr>
          </a:lstStyle>
          <a:p>
            <a:r>
              <a:rPr lang="en-US"/>
              <a:t>What’s next? Agentic systems that can design and reason about physics and geometry</a:t>
            </a: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AEF27FCD-1C44-D3C2-8B20-F34C015FBA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680930"/>
            <a:ext cx="1956361" cy="2357354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1BA0DAFE-BFA2-6DE4-3B4D-4D5917C01C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5548" y="680931"/>
            <a:ext cx="3041245" cy="2357353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95FB1262-D8BF-B027-E290-DBDB1848B3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3708" y="680930"/>
            <a:ext cx="5606792" cy="2179443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867F2A6C-9494-1D93-3E79-50FD15B8B814}"/>
              </a:ext>
            </a:extLst>
          </p:cNvPr>
          <p:cNvSpPr txBox="1"/>
          <p:nvPr/>
        </p:nvSpPr>
        <p:spPr>
          <a:xfrm>
            <a:off x="659388" y="3038284"/>
            <a:ext cx="488035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>
                <a:solidFill>
                  <a:srgbClr val="C00000"/>
                </a:solidFill>
              </a:rPr>
              <a:t>Hierarchical Evolutionary Numerical Algorithms (HENA)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29D3294-5867-D693-2719-123FDC93E907}"/>
              </a:ext>
            </a:extLst>
          </p:cNvPr>
          <p:cNvSpPr txBox="1"/>
          <p:nvPr/>
        </p:nvSpPr>
        <p:spPr>
          <a:xfrm>
            <a:off x="6306076" y="3038284"/>
            <a:ext cx="484198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>
                <a:solidFill>
                  <a:srgbClr val="C00000"/>
                </a:solidFill>
              </a:rPr>
              <a:t>Graph Reduction to Adaptive Factored Trees (GRAFT)</a:t>
            </a:r>
          </a:p>
        </p:txBody>
      </p:sp>
      <p:pic>
        <p:nvPicPr>
          <p:cNvPr id="60" name="Picture 59">
            <a:extLst>
              <a:ext uri="{FF2B5EF4-FFF2-40B4-BE49-F238E27FC236}">
                <a16:creationId xmlns:a16="http://schemas.microsoft.com/office/drawing/2014/main" id="{24DA4DF2-BED1-6407-D7B9-067D16B127A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765" y="3869281"/>
            <a:ext cx="5456028" cy="1650448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D4C3FAA1-1696-200B-F171-2F30A415C27B}"/>
              </a:ext>
            </a:extLst>
          </p:cNvPr>
          <p:cNvSpPr txBox="1"/>
          <p:nvPr/>
        </p:nvSpPr>
        <p:spPr>
          <a:xfrm>
            <a:off x="571500" y="5524191"/>
            <a:ext cx="488035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>
                <a:solidFill>
                  <a:srgbClr val="C00000"/>
                </a:solidFill>
              </a:rPr>
              <a:t>Coordinate-free FEEC to generalize across unseen geometry (</a:t>
            </a:r>
            <a:r>
              <a:rPr lang="en-US" sz="2400" b="1" err="1">
                <a:solidFill>
                  <a:srgbClr val="C00000"/>
                </a:solidFill>
              </a:rPr>
              <a:t>GeoNEW</a:t>
            </a:r>
            <a:r>
              <a:rPr lang="en-US" sz="2400" b="1">
                <a:solidFill>
                  <a:srgbClr val="C00000"/>
                </a:solidFill>
              </a:rPr>
              <a:t>)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222D69E-8F48-185D-FC46-F5C1BD732965}"/>
              </a:ext>
            </a:extLst>
          </p:cNvPr>
          <p:cNvSpPr txBox="1"/>
          <p:nvPr/>
        </p:nvSpPr>
        <p:spPr>
          <a:xfrm>
            <a:off x="6013708" y="5544082"/>
            <a:ext cx="516737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>
                <a:solidFill>
                  <a:srgbClr val="C00000"/>
                </a:solidFill>
              </a:rPr>
              <a:t>Meshfree Exterior Calculus (MEEC) for single-shot physics from point clouds</a:t>
            </a:r>
          </a:p>
        </p:txBody>
      </p:sp>
      <p:pic>
        <p:nvPicPr>
          <p:cNvPr id="66" name="Picture 65">
            <a:extLst>
              <a:ext uri="{FF2B5EF4-FFF2-40B4-BE49-F238E27FC236}">
                <a16:creationId xmlns:a16="http://schemas.microsoft.com/office/drawing/2014/main" id="{662DC64B-CD85-C267-D50F-27741CF1B1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3904507"/>
            <a:ext cx="2357362" cy="1584457"/>
          </a:xfrm>
          <a:prstGeom prst="rect">
            <a:avLst/>
          </a:prstGeom>
        </p:spPr>
      </p:pic>
      <p:pic>
        <p:nvPicPr>
          <p:cNvPr id="68" name="Picture 67">
            <a:extLst>
              <a:ext uri="{FF2B5EF4-FFF2-40B4-BE49-F238E27FC236}">
                <a16:creationId xmlns:a16="http://schemas.microsoft.com/office/drawing/2014/main" id="{348EB1A6-0D61-5AEF-C738-910CBE65492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53362" y="3984911"/>
            <a:ext cx="2357362" cy="1492996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2F48F4BA-E5C4-D82F-AB44-2C1BF68C367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20400" y="3984911"/>
            <a:ext cx="1093772" cy="1339313"/>
          </a:xfrm>
          <a:prstGeom prst="rect">
            <a:avLst/>
          </a:prstGeom>
        </p:spPr>
      </p:pic>
      <p:pic>
        <p:nvPicPr>
          <p:cNvPr id="4" name="Picture 3" descr="University of Pennsylvania - Wikipedia">
            <a:extLst>
              <a:ext uri="{FF2B5EF4-FFF2-40B4-BE49-F238E27FC236}">
                <a16:creationId xmlns:a16="http://schemas.microsoft.com/office/drawing/2014/main" id="{910A7481-934A-E18D-CC49-F87CC3CB45A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296454" y="5718255"/>
            <a:ext cx="892964" cy="774619"/>
          </a:xfrm>
          <a:prstGeom prst="rect">
            <a:avLst/>
          </a:prstGeom>
        </p:spPr>
      </p:pic>
      <p:pic>
        <p:nvPicPr>
          <p:cNvPr id="7" name="Picture 6" descr="Brown University logo transparent PNG - StickPNG">
            <a:extLst>
              <a:ext uri="{FF2B5EF4-FFF2-40B4-BE49-F238E27FC236}">
                <a16:creationId xmlns:a16="http://schemas.microsoft.com/office/drawing/2014/main" id="{34353C9C-13A7-8C9D-B55D-EC3B200881F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335643" y="2860373"/>
            <a:ext cx="868094" cy="86809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D0E7670-B0C2-F817-D93A-FD620405093C}"/>
              </a:ext>
            </a:extLst>
          </p:cNvPr>
          <p:cNvSpPr txBox="1"/>
          <p:nvPr/>
        </p:nvSpPr>
        <p:spPr>
          <a:xfrm>
            <a:off x="-79751" y="6479228"/>
            <a:ext cx="3709642" cy="39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75" b="0" i="0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"ATHENA: Agentic Team for Hierarchical Evolutionary Numerical Algorithms." </a:t>
            </a:r>
            <a:r>
              <a:rPr lang="en-US" sz="975" b="0" i="1" err="1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arXiv</a:t>
            </a:r>
            <a:r>
              <a:rPr lang="en-US" sz="975" b="0" i="1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 preprint arXiv:2512.03476</a:t>
            </a:r>
            <a:r>
              <a:rPr lang="en-US" sz="975" b="0" i="0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 (2025).</a:t>
            </a:r>
            <a:endParaRPr lang="en-US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673C2C8-0954-947B-7502-980242670FB7}"/>
              </a:ext>
            </a:extLst>
          </p:cNvPr>
          <p:cNvSpPr txBox="1"/>
          <p:nvPr/>
        </p:nvSpPr>
        <p:spPr>
          <a:xfrm>
            <a:off x="3406735" y="6492874"/>
            <a:ext cx="3455884" cy="39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75" b="0" i="0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"Structure-Preserving Learning Improves Geometry Generalization…” </a:t>
            </a:r>
            <a:r>
              <a:rPr lang="en-US" sz="975" b="0" i="1" err="1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arXiv</a:t>
            </a:r>
            <a:r>
              <a:rPr lang="en-US" sz="975" b="0" i="1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 preprint arXiv:2602.02788</a:t>
            </a:r>
            <a:r>
              <a:rPr lang="en-US" sz="975" b="0" i="0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 (2026).</a:t>
            </a:r>
            <a:endParaRPr lang="en-US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B57070F-46F2-4D9D-3A8D-3E761AB0D016}"/>
              </a:ext>
            </a:extLst>
          </p:cNvPr>
          <p:cNvSpPr txBox="1"/>
          <p:nvPr/>
        </p:nvSpPr>
        <p:spPr>
          <a:xfrm>
            <a:off x="6765636" y="6506520"/>
            <a:ext cx="6160654" cy="39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75" b="0" i="0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“A meshfree exterior calculus…”. </a:t>
            </a:r>
            <a:br>
              <a:rPr lang="en-US" sz="975" b="0" i="0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</a:br>
            <a:r>
              <a:rPr lang="en-US" sz="975" b="0" i="1" err="1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arXiv</a:t>
            </a:r>
            <a:r>
              <a:rPr lang="en-US" sz="975" b="0" i="1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 preprint arXiv:2605.08436</a:t>
            </a:r>
            <a:r>
              <a:rPr lang="en-US" sz="975" b="0" i="0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.</a:t>
            </a:r>
            <a:endParaRPr lang="en-US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449808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8CE662-319A-6A89-F2C1-E2D671E2AD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5514039-2C3F-7456-C851-36987B714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A6707E-744E-4E78-8A21-5E48420B6F0A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31046F8-656A-BB77-598E-B533A17FC2E6}"/>
              </a:ext>
            </a:extLst>
          </p:cNvPr>
          <p:cNvSpPr>
            <a:spLocks noGrp="1"/>
          </p:cNvSpPr>
          <p:nvPr/>
        </p:nvSpPr>
        <p:spPr bwMode="auto">
          <a:xfrm>
            <a:off x="152400" y="-107545"/>
            <a:ext cx="11353800" cy="991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2500">
                <a:solidFill>
                  <a:srgbClr val="102E54"/>
                </a:solidFill>
                <a:latin typeface="Calibri"/>
                <a:ea typeface="ＭＳ Ｐゴシック" charset="-128"/>
                <a:cs typeface="Calibri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5pPr>
            <a:lvl6pPr marL="4572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6pPr>
            <a:lvl7pPr marL="9144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7pPr>
            <a:lvl8pPr marL="13716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8pPr>
            <a:lvl9pPr marL="18288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9pPr>
          </a:lstStyle>
          <a:p>
            <a:r>
              <a:rPr lang="en-US"/>
              <a:t>From an analyst’s sketch to simulation: re-entry vehicle at Mach 10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EF01BDD-6861-381C-7ACA-9D3F5622D8F5}"/>
              </a:ext>
            </a:extLst>
          </p:cNvPr>
          <p:cNvGrpSpPr/>
          <p:nvPr/>
        </p:nvGrpSpPr>
        <p:grpSpPr>
          <a:xfrm>
            <a:off x="3183748" y="761999"/>
            <a:ext cx="7823094" cy="3675625"/>
            <a:chOff x="0" y="0"/>
            <a:chExt cx="10972800" cy="5170308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FE245575-74EB-237E-1CF4-094D3ADE74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55923"/>
            <a:stretch>
              <a:fillRect/>
            </a:stretch>
          </p:blipFill>
          <p:spPr>
            <a:xfrm>
              <a:off x="0" y="5525"/>
              <a:ext cx="3700474" cy="2364219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82D4B407-EB5F-A59A-06B2-ECF270304E80}"/>
                </a:ext>
              </a:extLst>
            </p:cNvPr>
            <p:cNvSpPr txBox="1"/>
            <p:nvPr/>
          </p:nvSpPr>
          <p:spPr>
            <a:xfrm>
              <a:off x="13531" y="121002"/>
              <a:ext cx="532100" cy="7288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 defTabSz="975390" rtl="0"/>
              <a:r>
                <a:rPr lang="en-US" sz="3413" b="1" kern="1200">
                  <a:solidFill>
                    <a:prstClr val="black"/>
                  </a:solidFill>
                  <a:latin typeface="Aptos" panose="02110004020202020204"/>
                </a:rPr>
                <a:t>A</a:t>
              </a:r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35F7DCAF-3847-398E-BB1E-7342A0A63E0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5103" y="2562689"/>
              <a:ext cx="2828288" cy="2359141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FFA547F9-B4D9-B49F-3B63-ADD66CACC4B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65386"/>
            <a:stretch>
              <a:fillRect/>
            </a:stretch>
          </p:blipFill>
          <p:spPr>
            <a:xfrm>
              <a:off x="8384582" y="2679336"/>
              <a:ext cx="2502197" cy="2490972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5C80152E-6A52-A873-493B-09BFF06BD63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67025"/>
            <a:stretch>
              <a:fillRect/>
            </a:stretch>
          </p:blipFill>
          <p:spPr>
            <a:xfrm>
              <a:off x="8589115" y="71717"/>
              <a:ext cx="2383685" cy="2490972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9AEF5097-11F5-DB1F-A22C-F8892C62723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368836" y="0"/>
              <a:ext cx="5015746" cy="5084929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E194648-144B-5DC3-4B91-136991FD3878}"/>
                </a:ext>
              </a:extLst>
            </p:cNvPr>
            <p:cNvSpPr txBox="1"/>
            <p:nvPr/>
          </p:nvSpPr>
          <p:spPr>
            <a:xfrm>
              <a:off x="3003619" y="121002"/>
              <a:ext cx="532100" cy="7288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 defTabSz="975390" rtl="0"/>
              <a:r>
                <a:rPr lang="en-US" sz="3413" b="1" kern="1200">
                  <a:solidFill>
                    <a:prstClr val="black"/>
                  </a:solidFill>
                  <a:latin typeface="Aptos" panose="02110004020202020204"/>
                </a:rPr>
                <a:t>B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ABC80D6-1822-257D-CE92-EDC66F15D1F7}"/>
                </a:ext>
              </a:extLst>
            </p:cNvPr>
            <p:cNvSpPr txBox="1"/>
            <p:nvPr/>
          </p:nvSpPr>
          <p:spPr>
            <a:xfrm>
              <a:off x="8047305" y="121002"/>
              <a:ext cx="439544" cy="72884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 defTabSz="975390" rtl="0"/>
              <a:r>
                <a:rPr lang="en-US" sz="3413" b="1" kern="1200">
                  <a:solidFill>
                    <a:prstClr val="black"/>
                  </a:solidFill>
                  <a:latin typeface="Aptos" panose="02110004020202020204"/>
                </a:rPr>
                <a:t>C</a:t>
              </a:r>
            </a:p>
          </p:txBody>
        </p:sp>
      </p:grpSp>
      <p:sp>
        <p:nvSpPr>
          <p:cNvPr id="17" name="Content Placeholder 5">
            <a:extLst>
              <a:ext uri="{FF2B5EF4-FFF2-40B4-BE49-F238E27FC236}">
                <a16:creationId xmlns:a16="http://schemas.microsoft.com/office/drawing/2014/main" id="{EB5A8595-C7CA-E310-4AD3-D8B5A8F573DE}"/>
              </a:ext>
            </a:extLst>
          </p:cNvPr>
          <p:cNvSpPr txBox="1">
            <a:spLocks/>
          </p:cNvSpPr>
          <p:nvPr/>
        </p:nvSpPr>
        <p:spPr bwMode="auto">
          <a:xfrm>
            <a:off x="151420" y="761999"/>
            <a:ext cx="2834622" cy="54629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7536" tIns="48768" rIns="97536" bIns="48768" numCol="1" anchor="t" anchorCtr="0" compatLnSpc="1">
            <a:prstTxWarp prst="textNoShape">
              <a:avLst/>
            </a:prstTxWarp>
          </a:bodyPr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2800">
                <a:solidFill>
                  <a:schemeClr val="tx1"/>
                </a:solidFill>
                <a:latin typeface="+mn-lt"/>
              </a:defRPr>
            </a:lvl2pPr>
            <a:lvl3pPr marL="108585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2400">
                <a:solidFill>
                  <a:schemeClr val="tx1"/>
                </a:solidFill>
                <a:latin typeface="+mn-lt"/>
              </a:defRPr>
            </a:lvl3pPr>
            <a:lvl4pPr marL="142875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3200">
                <a:solidFill>
                  <a:schemeClr val="tx1"/>
                </a:solidFill>
                <a:latin typeface="+mn-lt"/>
              </a:defRPr>
            </a:lvl4pPr>
            <a:lvl5pPr marL="177165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3200">
                <a:solidFill>
                  <a:schemeClr val="tx1"/>
                </a:solidFill>
                <a:latin typeface="+mn-lt"/>
              </a:defRPr>
            </a:lvl5pPr>
            <a:lvl6pPr marL="25146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6pPr>
            <a:lvl7pPr marL="29718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7pPr>
            <a:lvl8pPr marL="3429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8pPr>
            <a:lvl9pPr marL="3886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9pPr>
          </a:lstStyle>
          <a:p>
            <a:pPr marL="487695" indent="-487695" defTabSz="975390">
              <a:buFont typeface="+mj-lt"/>
              <a:buAutoNum type="alphaUcPeriod"/>
            </a:pPr>
            <a:r>
              <a:rPr lang="en-US" sz="1800">
                <a:solidFill>
                  <a:srgbClr val="222222"/>
                </a:solidFill>
                <a:latin typeface="Calibri Light" panose="020F0502020204030204" pitchFamily="34" charset="0"/>
                <a:cs typeface="Calibri Light" panose="020F0502020204030204" pitchFamily="34" charset="0"/>
              </a:rPr>
              <a:t>Input geometry from the report</a:t>
            </a:r>
          </a:p>
          <a:p>
            <a:pPr marL="487695" indent="-487695" defTabSz="975390">
              <a:buFont typeface="+mj-lt"/>
              <a:buAutoNum type="alphaUcPeriod"/>
            </a:pPr>
            <a:r>
              <a:rPr lang="en-US" sz="1800">
                <a:solidFill>
                  <a:srgbClr val="222222"/>
                </a:solidFill>
                <a:latin typeface="Calibri Light" panose="020F0502020204030204" pitchFamily="34" charset="0"/>
                <a:cs typeface="Calibri Light" panose="020F0502020204030204" pitchFamily="34" charset="0"/>
              </a:rPr>
              <a:t>Use fingerprints, and merged prior (action space) to identify the closest problem in the corpus and select optimal simulator, mesh, and problem setup</a:t>
            </a:r>
          </a:p>
          <a:p>
            <a:pPr marL="487695" indent="-487695" defTabSz="975390">
              <a:buFont typeface="+mj-lt"/>
              <a:buAutoNum type="alphaUcPeriod"/>
            </a:pPr>
            <a:r>
              <a:rPr lang="en-US" sz="1800">
                <a:solidFill>
                  <a:srgbClr val="222222"/>
                </a:solidFill>
                <a:latin typeface="Calibri Light" panose="020F0502020204030204" pitchFamily="34" charset="0"/>
                <a:cs typeface="Calibri Light" panose="020F0502020204030204" pitchFamily="34" charset="0"/>
              </a:rPr>
              <a:t>Generated mesh and self-audit quality target.</a:t>
            </a:r>
          </a:p>
          <a:p>
            <a:pPr marL="487695" indent="-487695" defTabSz="975390">
              <a:buFont typeface="+mj-lt"/>
              <a:buAutoNum type="alphaUcPeriod"/>
            </a:pPr>
            <a:endParaRPr lang="en-US" sz="1800">
              <a:solidFill>
                <a:prstClr val="black"/>
              </a:solidFill>
              <a:latin typeface="Calibri Light" panose="020F0502020204030204" pitchFamily="34" charset="0"/>
              <a:cs typeface="Calibri Light" panose="020F050202020403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0E5480A-1A27-BA0F-5BF4-7ADD79E95A7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64653"/>
          <a:stretch>
            <a:fillRect/>
          </a:stretch>
        </p:blipFill>
        <p:spPr>
          <a:xfrm>
            <a:off x="1608356" y="4541872"/>
            <a:ext cx="10420501" cy="1939698"/>
          </a:xfrm>
          <a:prstGeom prst="rect">
            <a:avLst/>
          </a:prstGeom>
        </p:spPr>
      </p:pic>
      <p:pic>
        <p:nvPicPr>
          <p:cNvPr id="7" name="Picture 6" descr="Brown University logo transparent PNG - StickPNG">
            <a:extLst>
              <a:ext uri="{FF2B5EF4-FFF2-40B4-BE49-F238E27FC236}">
                <a16:creationId xmlns:a16="http://schemas.microsoft.com/office/drawing/2014/main" id="{2AFD1D8F-35B6-C7E8-C849-00E72C541F8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92825" y="114385"/>
            <a:ext cx="991675" cy="991675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5EBF564A-E2E6-DF1B-BB0E-E854B72A9AC2}"/>
              </a:ext>
            </a:extLst>
          </p:cNvPr>
          <p:cNvSpPr txBox="1"/>
          <p:nvPr/>
        </p:nvSpPr>
        <p:spPr>
          <a:xfrm>
            <a:off x="-79751" y="6479228"/>
            <a:ext cx="3709642" cy="39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75" b="0" i="0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"ATHENA: Agentic Team for Hierarchical Evolutionary Numerical Algorithms." </a:t>
            </a:r>
            <a:r>
              <a:rPr lang="en-US" sz="975" b="0" i="1" err="1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arXiv</a:t>
            </a:r>
            <a:r>
              <a:rPr lang="en-US" sz="975" b="0" i="1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 preprint arXiv:2512.03476</a:t>
            </a:r>
            <a:r>
              <a:rPr lang="en-US" sz="975" b="0" i="0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 (2025).</a:t>
            </a:r>
            <a:endParaRPr lang="en-US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38733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849C3D-6E30-4108-314F-4850D863FC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88BE0F-99BD-9BFD-740B-BF5CF0B36ADB}"/>
              </a:ext>
            </a:extLst>
          </p:cNvPr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Today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E7BB62-3F74-0099-33D6-BD874F57F3AF}"/>
              </a:ext>
            </a:extLst>
          </p:cNvPr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7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944751-51AD-FAA1-5386-35D0A623810D}"/>
              </a:ext>
            </a:extLst>
          </p:cNvPr>
          <p:cNvSpPr txBox="1"/>
          <p:nvPr/>
        </p:nvSpPr>
        <p:spPr>
          <a:xfrm>
            <a:off x="566928" y="1078992"/>
            <a:ext cx="11057839" cy="15696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1.  </a:t>
            </a:r>
            <a:r>
              <a:rPr sz="1700" b="1">
                <a:solidFill>
                  <a:srgbClr val="1A1A1A"/>
                </a:solidFill>
                <a:latin typeface="Calibri"/>
              </a:rPr>
              <a:t>Foundations</a:t>
            </a:r>
            <a:r>
              <a:rPr lang="en-US" sz="1700" b="1">
                <a:solidFill>
                  <a:srgbClr val="1A1A1A"/>
                </a:solidFill>
                <a:latin typeface="Calibri"/>
              </a:rPr>
              <a:t> (Trask)</a:t>
            </a:r>
            <a:r>
              <a:rPr sz="1700" b="1">
                <a:solidFill>
                  <a:srgbClr val="1A1A1A"/>
                </a:solidFill>
                <a:latin typeface="Calibri"/>
              </a:rPr>
              <a:t>.</a:t>
            </a:r>
            <a:r>
              <a:rPr sz="1700" b="0">
                <a:solidFill>
                  <a:srgbClr val="1A1A1A"/>
                </a:solidFill>
                <a:latin typeface="Calibri"/>
              </a:rPr>
              <a:t>  </a:t>
            </a:r>
            <a:r>
              <a:rPr lang="en-US" sz="1700" b="0">
                <a:solidFill>
                  <a:srgbClr val="1A1A1A"/>
                </a:solidFill>
                <a:latin typeface="Calibri"/>
              </a:rPr>
              <a:t>Setting up an API, Agentic frameworks, steering some simple scientific computing workflows</a:t>
            </a:r>
            <a:endParaRPr sz="1700" b="0">
              <a:solidFill>
                <a:srgbClr val="1A1A1A"/>
              </a:solidFill>
              <a:latin typeface="Calibri"/>
            </a:endParaRPr>
          </a:p>
          <a:p>
            <a:r>
              <a:rPr sz="800"/>
              <a:t> 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2.  </a:t>
            </a:r>
            <a:r>
              <a:rPr lang="en-US" sz="1700" b="1">
                <a:solidFill>
                  <a:srgbClr val="1A1A1A"/>
                </a:solidFill>
                <a:latin typeface="Calibri"/>
              </a:rPr>
              <a:t>Advanced topics (Koester)</a:t>
            </a:r>
            <a:r>
              <a:rPr sz="1700" b="1">
                <a:solidFill>
                  <a:srgbClr val="1A1A1A"/>
                </a:solidFill>
                <a:latin typeface="Calibri"/>
              </a:rPr>
              <a:t>.</a:t>
            </a:r>
            <a:r>
              <a:rPr sz="1700" b="0">
                <a:solidFill>
                  <a:srgbClr val="1A1A1A"/>
                </a:solidFill>
                <a:latin typeface="Calibri"/>
              </a:rPr>
              <a:t>  </a:t>
            </a:r>
            <a:r>
              <a:rPr lang="en-US" sz="1700" b="0">
                <a:solidFill>
                  <a:srgbClr val="1A1A1A"/>
                </a:solidFill>
                <a:latin typeface="Calibri"/>
              </a:rPr>
              <a:t>Constructing a production agentic framework </a:t>
            </a:r>
            <a:endParaRPr sz="1700" b="0" i="1">
              <a:solidFill>
                <a:srgbClr val="1A1A1A"/>
              </a:solidFill>
              <a:latin typeface="Calibri"/>
            </a:endParaRPr>
          </a:p>
          <a:p>
            <a:r>
              <a:rPr sz="800"/>
              <a:t> 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3.  </a:t>
            </a:r>
            <a:r>
              <a:rPr lang="en-US" sz="1700" b="1">
                <a:solidFill>
                  <a:srgbClr val="1A1A1A"/>
                </a:solidFill>
                <a:latin typeface="Calibri"/>
              </a:rPr>
              <a:t>Agentic geometry (Owen)</a:t>
            </a:r>
            <a:r>
              <a:rPr sz="1700" b="1">
                <a:solidFill>
                  <a:srgbClr val="1A1A1A"/>
                </a:solidFill>
                <a:latin typeface="Calibri"/>
              </a:rPr>
              <a:t>.</a:t>
            </a:r>
            <a:r>
              <a:rPr sz="1700" b="0">
                <a:solidFill>
                  <a:srgbClr val="1A1A1A"/>
                </a:solidFill>
                <a:latin typeface="Calibri"/>
              </a:rPr>
              <a:t>  </a:t>
            </a:r>
            <a:r>
              <a:rPr lang="en-US" sz="1700" b="0">
                <a:solidFill>
                  <a:srgbClr val="1A1A1A"/>
                </a:solidFill>
                <a:latin typeface="Calibri"/>
              </a:rPr>
              <a:t>Incorporating agents into CAD/meshing</a:t>
            </a:r>
            <a:endParaRPr sz="1700" b="0">
              <a:solidFill>
                <a:srgbClr val="1A1A1A"/>
              </a:solidFill>
              <a:latin typeface="Calibri"/>
            </a:endParaRPr>
          </a:p>
          <a:p>
            <a:r>
              <a:rPr sz="800"/>
              <a:t> 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4.  </a:t>
            </a:r>
            <a:r>
              <a:rPr lang="en-US" sz="1700" b="1">
                <a:solidFill>
                  <a:srgbClr val="1A1A1A"/>
                </a:solidFill>
                <a:latin typeface="Calibri"/>
              </a:rPr>
              <a:t>Structures + materials (Bessa)</a:t>
            </a:r>
            <a:r>
              <a:rPr sz="1700" b="1">
                <a:solidFill>
                  <a:srgbClr val="1A1A1A"/>
                </a:solidFill>
                <a:latin typeface="Calibri"/>
              </a:rPr>
              <a:t>.</a:t>
            </a:r>
            <a:r>
              <a:rPr sz="1700" b="0">
                <a:solidFill>
                  <a:srgbClr val="1A1A1A"/>
                </a:solidFill>
                <a:latin typeface="Calibri"/>
              </a:rPr>
              <a:t>  </a:t>
            </a:r>
            <a:r>
              <a:rPr lang="en-US" sz="1700" b="0">
                <a:solidFill>
                  <a:srgbClr val="1A1A1A"/>
                </a:solidFill>
                <a:latin typeface="Calibri"/>
              </a:rPr>
              <a:t>Using </a:t>
            </a:r>
            <a:r>
              <a:rPr lang="en-US" sz="1700" b="0" i="1">
                <a:solidFill>
                  <a:srgbClr val="1A1A1A"/>
                </a:solidFill>
                <a:latin typeface="Calibri"/>
              </a:rPr>
              <a:t>f3dasm</a:t>
            </a:r>
            <a:r>
              <a:rPr lang="en-US" sz="1700" b="0">
                <a:solidFill>
                  <a:srgbClr val="1A1A1A"/>
                </a:solidFill>
                <a:latin typeface="Calibri"/>
              </a:rPr>
              <a:t> for data-driven design and analysis of structures and materials</a:t>
            </a:r>
            <a:endParaRPr sz="1700" b="0">
              <a:solidFill>
                <a:srgbClr val="1A1A1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8570074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2474B3-007D-6651-EA57-0362A9DFA3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5B63AA2-FE8F-D076-E076-CAE54518B074}"/>
              </a:ext>
            </a:extLst>
          </p:cNvPr>
          <p:cNvSpPr txBox="1"/>
          <p:nvPr/>
        </p:nvSpPr>
        <p:spPr>
          <a:xfrm>
            <a:off x="566928" y="274320"/>
            <a:ext cx="11057839" cy="3847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2500" b="1">
                <a:solidFill>
                  <a:srgbClr val="1A1A1A"/>
                </a:solidFill>
                <a:latin typeface="Calibri"/>
              </a:rPr>
              <a:t>Background</a:t>
            </a:r>
            <a:endParaRPr sz="2500" b="1">
              <a:solidFill>
                <a:srgbClr val="1A1A1A"/>
              </a:solidFill>
              <a:latin typeface="Calibri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EC0A4B-02F3-7922-9788-2F3B79D4C50A}"/>
              </a:ext>
            </a:extLst>
          </p:cNvPr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8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306B62F-9829-0D20-B2AC-D72F1D7356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626" y="786285"/>
            <a:ext cx="3802107" cy="151881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36C62C5-DF80-C649-5601-F74AAF0D81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5586" y="2266849"/>
            <a:ext cx="3670065" cy="1518819"/>
          </a:xfrm>
          <a:prstGeom prst="rect">
            <a:avLst/>
          </a:prstGeom>
        </p:spPr>
      </p:pic>
      <p:pic>
        <p:nvPicPr>
          <p:cNvPr id="9" name="Picture 8" descr="Forms response chart. Question title: How familiar are you with machine learning (PyTorch, Jax, Tensorflow, etc). Number of responses: 8 responses.">
            <a:extLst>
              <a:ext uri="{FF2B5EF4-FFF2-40B4-BE49-F238E27FC236}">
                <a16:creationId xmlns:a16="http://schemas.microsoft.com/office/drawing/2014/main" id="{066D57BA-3046-04F9-14FF-1D93424267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2873" y="3851339"/>
            <a:ext cx="3615490" cy="1521272"/>
          </a:xfrm>
          <a:prstGeom prst="rect">
            <a:avLst/>
          </a:prstGeom>
        </p:spPr>
      </p:pic>
      <p:pic>
        <p:nvPicPr>
          <p:cNvPr id="10" name="Picture 9" descr="Forms response chart. Question title: What is your background/goals for agentic AI. Number of responses: 8 responses.">
            <a:extLst>
              <a:ext uri="{FF2B5EF4-FFF2-40B4-BE49-F238E27FC236}">
                <a16:creationId xmlns:a16="http://schemas.microsoft.com/office/drawing/2014/main" id="{D7E89231-F49C-403B-4FFE-CDF4184C180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4626" y="5266232"/>
            <a:ext cx="3615490" cy="152127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FFBBFC7-2582-3F08-7A48-6142DF67BA9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07322" y="1706731"/>
            <a:ext cx="5692633" cy="3444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21627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C1B51-9A65-CA97-0546-B2AD362068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5056340-395C-1D12-4256-BDB7BE699D14}"/>
              </a:ext>
            </a:extLst>
          </p:cNvPr>
          <p:cNvSpPr txBox="1"/>
          <p:nvPr/>
        </p:nvSpPr>
        <p:spPr>
          <a:xfrm>
            <a:off x="566928" y="274320"/>
            <a:ext cx="11057839" cy="3847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2500" b="1">
                <a:solidFill>
                  <a:srgbClr val="1A1A1A"/>
                </a:solidFill>
                <a:latin typeface="Calibri"/>
              </a:rPr>
              <a:t>LLMs: chatbots vs API</a:t>
            </a:r>
            <a:endParaRPr sz="2500" b="1">
              <a:solidFill>
                <a:srgbClr val="1A1A1A"/>
              </a:solidFill>
              <a:latin typeface="Calibri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8F09BE-69CF-3DA7-170B-A8868D679A41}"/>
              </a:ext>
            </a:extLst>
          </p:cNvPr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9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D5CE427-DC12-1005-64F8-6EFF6A46FE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841955"/>
            <a:ext cx="5861785" cy="517409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821ACE7-C002-DEB2-3E18-2B2303A4B0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0923" y="3350885"/>
            <a:ext cx="5737051" cy="266516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18A339D-F4FC-3EB6-1E81-7C22EBB1C346}"/>
              </a:ext>
            </a:extLst>
          </p:cNvPr>
          <p:cNvSpPr txBox="1"/>
          <p:nvPr/>
        </p:nvSpPr>
        <p:spPr>
          <a:xfrm>
            <a:off x="6366037" y="795743"/>
            <a:ext cx="337232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C00000"/>
                </a:solidFill>
              </a:rPr>
              <a:t>We will be discussing how to incorporate </a:t>
            </a:r>
            <a:r>
              <a:rPr lang="en-US" b="1">
                <a:solidFill>
                  <a:srgbClr val="C00000"/>
                </a:solidFill>
              </a:rPr>
              <a:t>agentic design patterns </a:t>
            </a:r>
            <a:r>
              <a:rPr lang="en-US">
                <a:solidFill>
                  <a:srgbClr val="C00000"/>
                </a:solidFill>
              </a:rPr>
              <a:t>into your code. This is distinct from using </a:t>
            </a:r>
            <a:r>
              <a:rPr lang="en-US" err="1">
                <a:solidFill>
                  <a:srgbClr val="C00000"/>
                </a:solidFill>
              </a:rPr>
              <a:t>cowork</a:t>
            </a:r>
            <a:r>
              <a:rPr lang="en-US">
                <a:solidFill>
                  <a:srgbClr val="C00000"/>
                </a:solidFill>
              </a:rPr>
              <a:t> or other chat-based GUIs to automate tasks like writing code or generating reports</a:t>
            </a:r>
            <a:endParaRPr lang="en-US" b="1">
              <a:solidFill>
                <a:srgbClr val="C00000"/>
              </a:solidFill>
            </a:endParaRPr>
          </a:p>
        </p:txBody>
      </p:sp>
      <p:pic>
        <p:nvPicPr>
          <p:cNvPr id="14" name="Picture 13" descr="Design Patterns: Elements of Reusable Object-Oriented Software: Erich Gamma, Richard Helm, Ralph Johnson, John Vlissides, Grady Booch: 9780201633610: Amazon.com: Books">
            <a:extLst>
              <a:ext uri="{FF2B5EF4-FFF2-40B4-BE49-F238E27FC236}">
                <a16:creationId xmlns:a16="http://schemas.microsoft.com/office/drawing/2014/main" id="{09F14A01-B6D4-6AB9-1230-AFA3B74CED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56116" y="387876"/>
            <a:ext cx="2091858" cy="2807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07766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540A4-0EF0-267C-89EA-37D5462F6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52B1051-06DB-557F-B5A5-C94ABF561A7E}"/>
              </a:ext>
            </a:extLst>
          </p:cNvPr>
          <p:cNvSpPr txBox="1"/>
          <p:nvPr/>
        </p:nvSpPr>
        <p:spPr>
          <a:xfrm>
            <a:off x="566928" y="274320"/>
            <a:ext cx="11057839" cy="3847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2500" b="1">
                <a:solidFill>
                  <a:srgbClr val="1A1A1A"/>
                </a:solidFill>
                <a:latin typeface="Calibri"/>
              </a:rPr>
              <a:t>What agents look like at the commercial level now</a:t>
            </a:r>
            <a:endParaRPr sz="2500" b="1">
              <a:solidFill>
                <a:srgbClr val="1A1A1A"/>
              </a:solidFill>
              <a:latin typeface="Calibri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55A001-B927-0BD4-E18E-2B4C63865743}"/>
              </a:ext>
            </a:extLst>
          </p:cNvPr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10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EC76192-F090-BED6-862D-68D9CAA215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604" y="768213"/>
            <a:ext cx="11506791" cy="532157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ADAF4CC-3239-209E-5064-253C29D7BFDD}"/>
              </a:ext>
            </a:extLst>
          </p:cNvPr>
          <p:cNvSpPr txBox="1"/>
          <p:nvPr/>
        </p:nvSpPr>
        <p:spPr>
          <a:xfrm>
            <a:off x="800100" y="639901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https://natrask.github.io/DOE_PI_2026/</a:t>
            </a:r>
          </a:p>
        </p:txBody>
      </p:sp>
    </p:spTree>
    <p:extLst>
      <p:ext uri="{BB962C8B-B14F-4D97-AF65-F5344CB8AC3E}">
        <p14:creationId xmlns:p14="http://schemas.microsoft.com/office/powerpoint/2010/main" val="23531715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11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11057839" cy="168764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1.  </a:t>
            </a:r>
            <a:r>
              <a:rPr sz="1700" b="1">
                <a:solidFill>
                  <a:srgbClr val="1A1A1A"/>
                </a:solidFill>
                <a:latin typeface="Calibri"/>
              </a:rPr>
              <a:t>Foundations.</a:t>
            </a:r>
            <a:r>
              <a:rPr sz="1700" b="0">
                <a:solidFill>
                  <a:srgbClr val="1A1A1A"/>
                </a:solidFill>
                <a:latin typeface="Calibri"/>
              </a:rPr>
              <a:t>  What an agent is. Tools, schemas, the loop. </a:t>
            </a:r>
            <a:endParaRPr lang="en-US" sz="1700" b="0">
              <a:solidFill>
                <a:srgbClr val="1A1A1A"/>
              </a:solidFill>
              <a:latin typeface="Calibri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lang="en-US" sz="1700">
                <a:solidFill>
                  <a:srgbClr val="1A1A1A"/>
                </a:solidFill>
                <a:latin typeface="Calibri"/>
              </a:rPr>
              <a:t>2.  </a:t>
            </a:r>
            <a:r>
              <a:rPr lang="en-US" sz="1700" b="1">
                <a:solidFill>
                  <a:srgbClr val="1A1A1A"/>
                </a:solidFill>
                <a:latin typeface="Calibri"/>
              </a:rPr>
              <a:t>Logging into an API. </a:t>
            </a:r>
            <a:r>
              <a:rPr lang="en-US" sz="1700">
                <a:solidFill>
                  <a:srgbClr val="1A1A1A"/>
                </a:solidFill>
                <a:latin typeface="Calibri"/>
              </a:rPr>
              <a:t>Free Gemini key and accessing other APIs</a:t>
            </a:r>
            <a:endParaRPr sz="800"/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lang="en-US" sz="1700">
                <a:solidFill>
                  <a:srgbClr val="1A1A1A"/>
                </a:solidFill>
                <a:latin typeface="Calibri"/>
              </a:rPr>
              <a:t>3</a:t>
            </a:r>
            <a:r>
              <a:rPr sz="1700" b="0">
                <a:solidFill>
                  <a:srgbClr val="1A1A1A"/>
                </a:solidFill>
                <a:latin typeface="Calibri"/>
              </a:rPr>
              <a:t>.  </a:t>
            </a:r>
            <a:r>
              <a:rPr lang="en-US" sz="1700" b="1">
                <a:solidFill>
                  <a:srgbClr val="1A1A1A"/>
                </a:solidFill>
                <a:latin typeface="Calibri"/>
              </a:rPr>
              <a:t>The </a:t>
            </a:r>
            <a:r>
              <a:rPr sz="1700" b="1">
                <a:solidFill>
                  <a:srgbClr val="1A1A1A"/>
                </a:solidFill>
                <a:latin typeface="Calibri"/>
              </a:rPr>
              <a:t>framework zoo.</a:t>
            </a:r>
            <a:r>
              <a:rPr sz="1700" b="0">
                <a:solidFill>
                  <a:srgbClr val="1A1A1A"/>
                </a:solidFill>
                <a:latin typeface="Calibri"/>
              </a:rPr>
              <a:t>  </a:t>
            </a:r>
            <a:r>
              <a:rPr sz="1700" b="0" err="1">
                <a:solidFill>
                  <a:srgbClr val="1A1A1A"/>
                </a:solidFill>
                <a:latin typeface="Calibri"/>
              </a:rPr>
              <a:t>ReAct</a:t>
            </a:r>
            <a:r>
              <a:rPr sz="1700" b="0">
                <a:solidFill>
                  <a:srgbClr val="1A1A1A"/>
                </a:solidFill>
                <a:latin typeface="Calibri"/>
              </a:rPr>
              <a:t>, graphs (</a:t>
            </a:r>
            <a:r>
              <a:rPr sz="1700" b="0" err="1">
                <a:solidFill>
                  <a:srgbClr val="1A1A1A"/>
                </a:solidFill>
                <a:latin typeface="Calibri"/>
              </a:rPr>
              <a:t>LangGraph</a:t>
            </a:r>
            <a:r>
              <a:rPr sz="1700" b="0">
                <a:solidFill>
                  <a:srgbClr val="1A1A1A"/>
                </a:solidFill>
                <a:latin typeface="Calibri"/>
              </a:rPr>
              <a:t>), conversational multi-agent (</a:t>
            </a:r>
            <a:r>
              <a:rPr sz="1700" b="0" err="1">
                <a:solidFill>
                  <a:srgbClr val="1A1A1A"/>
                </a:solidFill>
                <a:latin typeface="Calibri"/>
              </a:rPr>
              <a:t>AutoGen</a:t>
            </a:r>
            <a:r>
              <a:rPr sz="1700" b="0">
                <a:solidFill>
                  <a:srgbClr val="1A1A1A"/>
                </a:solidFill>
                <a:latin typeface="Calibri"/>
              </a:rPr>
              <a:t>), MPC-style planning</a:t>
            </a:r>
            <a:r>
              <a:rPr lang="en-US" sz="1700">
                <a:solidFill>
                  <a:srgbClr val="1A1A1A"/>
                </a:solidFill>
                <a:latin typeface="Calibri"/>
              </a:rPr>
              <a:t> (</a:t>
            </a:r>
            <a:r>
              <a:rPr sz="1700" b="0">
                <a:solidFill>
                  <a:srgbClr val="1A1A1A"/>
                </a:solidFill>
                <a:latin typeface="Calibri"/>
              </a:rPr>
              <a:t>and MCP</a:t>
            </a:r>
            <a:r>
              <a:rPr lang="en-US" sz="1700" b="0">
                <a:solidFill>
                  <a:srgbClr val="1A1A1A"/>
                </a:solidFill>
                <a:latin typeface="Calibri"/>
              </a:rPr>
              <a:t>)</a:t>
            </a:r>
            <a:r>
              <a:rPr sz="1700" b="0">
                <a:solidFill>
                  <a:srgbClr val="1A1A1A"/>
                </a:solidFill>
                <a:latin typeface="Calibri"/>
              </a:rPr>
              <a:t>. </a:t>
            </a:r>
            <a:endParaRPr sz="800"/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lang="en-US" sz="1700">
                <a:solidFill>
                  <a:srgbClr val="1A1A1A"/>
                </a:solidFill>
                <a:latin typeface="Calibri"/>
              </a:rPr>
              <a:t>4</a:t>
            </a:r>
            <a:r>
              <a:rPr sz="1700" b="0">
                <a:solidFill>
                  <a:srgbClr val="1A1A1A"/>
                </a:solidFill>
                <a:latin typeface="Calibri"/>
              </a:rPr>
              <a:t>.  </a:t>
            </a:r>
            <a:r>
              <a:rPr sz="1700" b="1">
                <a:solidFill>
                  <a:srgbClr val="1A1A1A"/>
                </a:solidFill>
                <a:latin typeface="Calibri"/>
              </a:rPr>
              <a:t>Scientific computing as </a:t>
            </a:r>
            <a:r>
              <a:rPr lang="en-US" sz="1700" b="1">
                <a:solidFill>
                  <a:srgbClr val="1A1A1A"/>
                </a:solidFill>
                <a:latin typeface="Calibri"/>
              </a:rPr>
              <a:t>an exemplar</a:t>
            </a:r>
            <a:r>
              <a:rPr sz="1700" b="1">
                <a:solidFill>
                  <a:srgbClr val="1A1A1A"/>
                </a:solidFill>
                <a:latin typeface="Calibri"/>
              </a:rPr>
              <a:t>.</a:t>
            </a:r>
            <a:r>
              <a:rPr sz="1700" b="0">
                <a:solidFill>
                  <a:srgbClr val="1A1A1A"/>
                </a:solidFill>
                <a:latin typeface="Calibri"/>
              </a:rPr>
              <a:t>  </a:t>
            </a:r>
            <a:endParaRPr lang="en-US" sz="1700" b="0">
              <a:solidFill>
                <a:srgbClr val="1A1A1A"/>
              </a:solidFill>
              <a:latin typeface="Calibri"/>
            </a:endParaRPr>
          </a:p>
          <a:p>
            <a:pPr marL="285750" indent="-285750">
              <a:lnSpc>
                <a:spcPct val="100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700">
                <a:solidFill>
                  <a:srgbClr val="1A1A1A"/>
                </a:solidFill>
                <a:latin typeface="Calibri"/>
              </a:rPr>
              <a:t>	</a:t>
            </a:r>
            <a:r>
              <a:rPr sz="1700" b="0">
                <a:solidFill>
                  <a:srgbClr val="1A1A1A"/>
                </a:solidFill>
                <a:latin typeface="Calibri"/>
              </a:rPr>
              <a:t>CAD → mesh → solve → </a:t>
            </a:r>
            <a:r>
              <a:rPr lang="en-US" sz="1700">
                <a:solidFill>
                  <a:srgbClr val="1A1A1A"/>
                </a:solidFill>
              </a:rPr>
              <a:t>postprocess → </a:t>
            </a:r>
            <a:r>
              <a:rPr lang="en-US" sz="1700" err="1">
                <a:solidFill>
                  <a:srgbClr val="1A1A1A"/>
                </a:solidFill>
              </a:rPr>
              <a:t>remesh</a:t>
            </a:r>
            <a:r>
              <a:rPr lang="en-US" sz="1700">
                <a:solidFill>
                  <a:srgbClr val="1A1A1A"/>
                </a:solidFill>
              </a:rPr>
              <a:t> driven purely by agents</a:t>
            </a:r>
          </a:p>
          <a:p>
            <a:r>
              <a:rPr sz="800"/>
              <a:t> 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5632704"/>
            <a:ext cx="11057839" cy="52578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 w="9525">
            <a:solidFill>
              <a:srgbClr val="D6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82296" rIns="146304" bIns="82296" rtlCol="0" anchor="ctr"/>
          <a:lstStyle/>
          <a:p>
            <a:pPr algn="l"/>
            <a:r>
              <a:rPr lang="en-US" sz="1500" b="1">
                <a:solidFill>
                  <a:srgbClr val="1A1A1A"/>
                </a:solidFill>
                <a:latin typeface="Calibri"/>
              </a:rPr>
              <a:t>Primary takeaway</a:t>
            </a:r>
            <a:r>
              <a:rPr sz="1500" b="1">
                <a:solidFill>
                  <a:srgbClr val="1A1A1A"/>
                </a:solidFill>
                <a:latin typeface="Calibri"/>
              </a:rPr>
              <a:t>:</a:t>
            </a:r>
            <a:r>
              <a:rPr sz="1500" b="0">
                <a:solidFill>
                  <a:srgbClr val="1A1A1A"/>
                </a:solidFill>
                <a:latin typeface="Calibri"/>
              </a:rPr>
              <a:t>  for any given problem, </a:t>
            </a:r>
            <a:r>
              <a:rPr sz="1500" b="1">
                <a:solidFill>
                  <a:srgbClr val="AA1E1E"/>
                </a:solidFill>
                <a:latin typeface="Calibri"/>
              </a:rPr>
              <a:t>which agentic pattern should you reach for, and why?</a:t>
            </a:r>
            <a:r>
              <a:rPr sz="1500" b="0">
                <a:solidFill>
                  <a:srgbClr val="1A1A1A"/>
                </a:solidFill>
                <a:latin typeface="Calibri"/>
              </a:rPr>
              <a:t>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F621B15-815A-C0A0-B93C-93F594F842B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1672"/>
          <a:stretch>
            <a:fillRect/>
          </a:stretch>
        </p:blipFill>
        <p:spPr>
          <a:xfrm>
            <a:off x="1517905" y="3050489"/>
            <a:ext cx="9483798" cy="241305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75D5B8-ED43-AAD6-AF99-1B9F022476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93A672-05DC-AF9D-1BE2-9B77B38DD031}"/>
              </a:ext>
            </a:extLst>
          </p:cNvPr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Today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9426B1-9C23-CE4E-BB0A-2F230047B1B0}"/>
              </a:ext>
            </a:extLst>
          </p:cNvPr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12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CB9510C-9E33-9904-D572-7844489E76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1445" y="594360"/>
            <a:ext cx="6293173" cy="537872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F7EDE5C-F35B-AC7E-8881-8D70546BF8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187" y="1140598"/>
            <a:ext cx="4286250" cy="428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28785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What is an LLM agent?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13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115568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400" b="0">
                <a:solidFill>
                  <a:srgbClr val="1A1A1A"/>
                </a:solidFill>
                <a:latin typeface="Calibri"/>
              </a:rPr>
              <a:t>Agent  =  LLM  +  tools  +  a loop.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874519"/>
            <a:ext cx="11057839" cy="20544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650" b="0">
                <a:solidFill>
                  <a:srgbClr val="1A1A1A"/>
                </a:solidFill>
                <a:latin typeface="Calibri"/>
              </a:rPr>
              <a:t>A </a:t>
            </a:r>
            <a:r>
              <a:rPr lang="en-US" sz="1650" b="0">
                <a:solidFill>
                  <a:srgbClr val="1A1A1A"/>
                </a:solidFill>
                <a:latin typeface="Calibri"/>
              </a:rPr>
              <a:t>traditional</a:t>
            </a:r>
            <a:r>
              <a:rPr sz="1650" b="0">
                <a:solidFill>
                  <a:srgbClr val="1A1A1A"/>
                </a:solidFill>
                <a:latin typeface="Calibri"/>
              </a:rPr>
              <a:t> LLM takes text in, emits text out. </a:t>
            </a:r>
            <a:endParaRPr lang="en-US" sz="1650" b="0">
              <a:solidFill>
                <a:srgbClr val="1A1A1A"/>
              </a:solidFill>
              <a:latin typeface="Calibri"/>
            </a:endParaRP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650" b="0">
                <a:solidFill>
                  <a:srgbClr val="1A1A1A"/>
                </a:solidFill>
                <a:latin typeface="Calibri"/>
              </a:rPr>
              <a:t>An </a:t>
            </a:r>
            <a:r>
              <a:rPr sz="1650" b="1">
                <a:solidFill>
                  <a:srgbClr val="AA1E1E"/>
                </a:solidFill>
                <a:latin typeface="Calibri"/>
              </a:rPr>
              <a:t>agent</a:t>
            </a:r>
            <a:r>
              <a:rPr sz="1650" b="0">
                <a:solidFill>
                  <a:srgbClr val="1A1A1A"/>
                </a:solidFill>
                <a:latin typeface="Calibri"/>
              </a:rPr>
              <a:t> is an LLM running in a loop with access to </a:t>
            </a:r>
            <a:r>
              <a:rPr sz="1650" b="1">
                <a:solidFill>
                  <a:srgbClr val="AA1E1E"/>
                </a:solidFill>
                <a:latin typeface="Calibri"/>
              </a:rPr>
              <a:t>tools</a:t>
            </a:r>
            <a:r>
              <a:rPr sz="1650" b="0">
                <a:solidFill>
                  <a:srgbClr val="1A1A1A"/>
                </a:solidFill>
                <a:latin typeface="Calibri"/>
              </a:rPr>
              <a:t>: ordinary Python functions it can ask us to run on its behalf.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650" b="0">
                <a:solidFill>
                  <a:srgbClr val="1A1A1A"/>
                </a:solidFill>
                <a:latin typeface="Calibri"/>
              </a:rPr>
              <a:t>Each turn, the model reads the running conversation and decides to either</a:t>
            </a:r>
          </a:p>
          <a:p>
            <a:pPr marL="603504" indent="-219456">
              <a:lnSpc>
                <a:spcPct val="100000"/>
              </a:lnSpc>
              <a:spcAft>
                <a:spcPts val="900"/>
              </a:spcAft>
              <a:buClr>
                <a:srgbClr val="6E6E6E"/>
              </a:buClr>
              <a:buFont typeface="Arial"/>
              <a:buChar char="–"/>
            </a:pPr>
            <a:r>
              <a:rPr sz="1500" b="0">
                <a:solidFill>
                  <a:srgbClr val="1A1A1A"/>
                </a:solidFill>
                <a:latin typeface="Calibri"/>
              </a:rPr>
              <a:t>emit a final text answer, or</a:t>
            </a:r>
          </a:p>
          <a:p>
            <a:pPr marL="603504" indent="-219456">
              <a:lnSpc>
                <a:spcPct val="100000"/>
              </a:lnSpc>
              <a:spcAft>
                <a:spcPts val="900"/>
              </a:spcAft>
              <a:buClr>
                <a:srgbClr val="6E6E6E"/>
              </a:buClr>
              <a:buFont typeface="Arial"/>
              <a:buChar char="–"/>
            </a:pPr>
            <a:r>
              <a:rPr sz="1500" b="0">
                <a:solidFill>
                  <a:srgbClr val="1A1A1A"/>
                </a:solidFill>
                <a:latin typeface="Calibri"/>
              </a:rPr>
              <a:t>call a tool with structured arguments.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650" b="0">
                <a:solidFill>
                  <a:srgbClr val="1A1A1A"/>
                </a:solidFill>
                <a:latin typeface="Calibri"/>
              </a:rPr>
              <a:t>When it calls a tool, </a:t>
            </a:r>
            <a:r>
              <a:rPr sz="1650" b="0" i="1">
                <a:solidFill>
                  <a:srgbClr val="1A1A1A"/>
                </a:solidFill>
                <a:latin typeface="Calibri"/>
              </a:rPr>
              <a:t>we</a:t>
            </a:r>
            <a:r>
              <a:rPr sz="1650" b="0">
                <a:solidFill>
                  <a:srgbClr val="1A1A1A"/>
                </a:solidFill>
                <a:latin typeface="Calibri"/>
              </a:rPr>
              <a:t> run the function and feed the result back as the next turn.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1105D9-56D0-5604-B236-C857E3FAA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0C69EBD-76D9-321B-EA27-B3FCDC9A312F}"/>
              </a:ext>
            </a:extLst>
          </p:cNvPr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14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pic>
        <p:nvPicPr>
          <p:cNvPr id="12" name="Picture 11" descr="How many R's are in the word strawberry?">
            <a:extLst>
              <a:ext uri="{FF2B5EF4-FFF2-40B4-BE49-F238E27FC236}">
                <a16:creationId xmlns:a16="http://schemas.microsoft.com/office/drawing/2014/main" id="{4C0C14CF-CBE2-5113-748A-06238E554A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695" y="747522"/>
            <a:ext cx="3524250" cy="5143500"/>
          </a:xfrm>
          <a:prstGeom prst="rect">
            <a:avLst/>
          </a:prstGeom>
        </p:spPr>
      </p:pic>
      <p:pic>
        <p:nvPicPr>
          <p:cNvPr id="13" name="Picture 12" descr="Incorrect count of 'r' characters in the word &quot;strawberry“ - Use cases and examples - OpenAI Developer Community">
            <a:extLst>
              <a:ext uri="{FF2B5EF4-FFF2-40B4-BE49-F238E27FC236}">
                <a16:creationId xmlns:a16="http://schemas.microsoft.com/office/drawing/2014/main" id="{9C203986-0261-605B-F4F0-403867AE23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0945" y="466680"/>
            <a:ext cx="2162175" cy="2114550"/>
          </a:xfrm>
          <a:prstGeom prst="rect">
            <a:avLst/>
          </a:prstGeom>
        </p:spPr>
      </p:pic>
      <p:pic>
        <p:nvPicPr>
          <p:cNvPr id="14" name="Picture 13" descr="How many R's are in strawberry?">
            <a:extLst>
              <a:ext uri="{FF2B5EF4-FFF2-40B4-BE49-F238E27FC236}">
                <a16:creationId xmlns:a16="http://schemas.microsoft.com/office/drawing/2014/main" id="{E57136D9-0937-051E-0FDD-498C847638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0945" y="3036109"/>
            <a:ext cx="1888899" cy="3777798"/>
          </a:xfrm>
          <a:prstGeom prst="rect">
            <a:avLst/>
          </a:prstGeom>
        </p:spPr>
      </p:pic>
      <p:pic>
        <p:nvPicPr>
          <p:cNvPr id="15" name="Picture 14" descr="AI vs. 'Strawberry': Which AI Platforms Can't Count the 'R's Correctly?">
            <a:extLst>
              <a:ext uri="{FF2B5EF4-FFF2-40B4-BE49-F238E27FC236}">
                <a16:creationId xmlns:a16="http://schemas.microsoft.com/office/drawing/2014/main" id="{0CF650C1-95C6-70F2-8B32-016DCC2BA2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204399"/>
            <a:ext cx="5686425" cy="319087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958D272-73DD-2A82-2D03-BE0F0FBD2415}"/>
              </a:ext>
            </a:extLst>
          </p:cNvPr>
          <p:cNvSpPr txBox="1"/>
          <p:nvPr/>
        </p:nvSpPr>
        <p:spPr>
          <a:xfrm>
            <a:off x="5713048" y="3586180"/>
            <a:ext cx="6478952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rgbClr val="C00000"/>
                </a:solidFill>
              </a:rPr>
              <a:t>Tools allow us to switch an LLM from statistical inference on its training set to evaluating conventional code.</a:t>
            </a:r>
          </a:p>
          <a:p>
            <a:endParaRPr lang="en-US" sz="2400">
              <a:solidFill>
                <a:srgbClr val="C00000"/>
              </a:solidFill>
            </a:endParaRPr>
          </a:p>
          <a:p>
            <a:r>
              <a:rPr lang="en-US" sz="2400">
                <a:solidFill>
                  <a:srgbClr val="C00000"/>
                </a:solidFill>
              </a:rPr>
              <a:t>Math can be done on a calculator, text can be </a:t>
            </a:r>
            <a:r>
              <a:rPr lang="en-US" sz="2400" err="1">
                <a:solidFill>
                  <a:srgbClr val="C00000"/>
                </a:solidFill>
              </a:rPr>
              <a:t>regexed</a:t>
            </a:r>
            <a:r>
              <a:rPr lang="en-US" sz="2400">
                <a:solidFill>
                  <a:srgbClr val="C00000"/>
                </a:solidFill>
              </a:rPr>
              <a:t>, and high consequence engineering tasks can be launched through conventional HPC.</a:t>
            </a:r>
          </a:p>
        </p:txBody>
      </p:sp>
    </p:spTree>
    <p:extLst>
      <p:ext uri="{BB962C8B-B14F-4D97-AF65-F5344CB8AC3E}">
        <p14:creationId xmlns:p14="http://schemas.microsoft.com/office/powerpoint/2010/main" val="5513532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3847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2500" b="1" err="1">
                <a:solidFill>
                  <a:srgbClr val="1A1A1A"/>
                </a:solidFill>
                <a:latin typeface="Calibri"/>
              </a:rPr>
              <a:t>ReAct</a:t>
            </a:r>
            <a:r>
              <a:rPr lang="en-US" sz="2500" b="1">
                <a:solidFill>
                  <a:srgbClr val="1A1A1A"/>
                </a:solidFill>
                <a:latin typeface="Calibri"/>
              </a:rPr>
              <a:t> as the simplest</a:t>
            </a:r>
            <a:endParaRPr sz="2500" b="1">
              <a:solidFill>
                <a:srgbClr val="1A1A1A"/>
              </a:solidFill>
              <a:latin typeface="Calibr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15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2057400" y="2331720"/>
            <a:ext cx="3017520" cy="1234440"/>
          </a:xfrm>
          <a:prstGeom prst="roundRect">
            <a:avLst>
              <a:gd name="adj" fmla="val 10000"/>
            </a:avLst>
          </a:prstGeom>
          <a:solidFill>
            <a:srgbClr val="E8EEF7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300" b="1">
                <a:solidFill>
                  <a:srgbClr val="1A1A1A"/>
                </a:solidFill>
                <a:latin typeface="Calibri"/>
              </a:rPr>
              <a:t>LLM</a:t>
            </a:r>
          </a:p>
          <a:p>
            <a:pPr algn="ctr"/>
            <a:r>
              <a:rPr sz="1150" b="0">
                <a:solidFill>
                  <a:srgbClr val="6E6E6E"/>
                </a:solidFill>
                <a:latin typeface="Calibri"/>
              </a:rPr>
              <a:t>reads messages,</a:t>
            </a:r>
          </a:p>
          <a:p>
            <a:pPr algn="ctr"/>
            <a:r>
              <a:rPr sz="1150" b="0">
                <a:solidFill>
                  <a:srgbClr val="6E6E6E"/>
                </a:solidFill>
                <a:latin typeface="Calibri"/>
              </a:rPr>
              <a:t>emits text </a:t>
            </a:r>
            <a:r>
              <a:rPr sz="1150" b="1">
                <a:solidFill>
                  <a:srgbClr val="6E6E6E"/>
                </a:solidFill>
                <a:latin typeface="Calibri"/>
              </a:rPr>
              <a:t>or</a:t>
            </a:r>
            <a:r>
              <a:rPr sz="1150" b="0">
                <a:solidFill>
                  <a:srgbClr val="6E6E6E"/>
                </a:solidFill>
                <a:latin typeface="Calibri"/>
              </a:rPr>
              <a:t> tool call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086600" y="2331720"/>
            <a:ext cx="3017520" cy="1234440"/>
          </a:xfrm>
          <a:prstGeom prst="roundRect">
            <a:avLst>
              <a:gd name="adj" fmla="val 10000"/>
            </a:avLst>
          </a:prstGeom>
          <a:solidFill>
            <a:srgbClr val="E6F2E6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300" b="1">
                <a:solidFill>
                  <a:srgbClr val="1A1A1A"/>
                </a:solidFill>
                <a:latin typeface="Calibri"/>
              </a:rPr>
              <a:t>Tools</a:t>
            </a:r>
          </a:p>
          <a:p>
            <a:pPr algn="ctr"/>
            <a:r>
              <a:rPr sz="1150" b="0">
                <a:solidFill>
                  <a:srgbClr val="6E6E6E"/>
                </a:solidFill>
                <a:latin typeface="Calibri"/>
              </a:rPr>
              <a:t>Python functions</a:t>
            </a:r>
          </a:p>
          <a:p>
            <a:pPr algn="ctr"/>
            <a:r>
              <a:rPr sz="1150" b="0">
                <a:solidFill>
                  <a:srgbClr val="6E6E6E"/>
                </a:solidFill>
                <a:latin typeface="Calibri"/>
              </a:rPr>
              <a:t>we control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74920" y="2606040"/>
            <a:ext cx="2011680" cy="0"/>
          </a:xfrm>
          <a:prstGeom prst="line">
            <a:avLst/>
          </a:prstGeom>
          <a:ln w="15875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5074920" y="3291840"/>
            <a:ext cx="2011680" cy="0"/>
          </a:xfrm>
          <a:prstGeom prst="line">
            <a:avLst/>
          </a:prstGeom>
          <a:ln w="15875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892040" y="1993392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>
                <a:solidFill>
                  <a:srgbClr val="6E6E6E"/>
                </a:solidFill>
                <a:latin typeface="Calibri"/>
              </a:rPr>
              <a:t>function_call</a:t>
            </a:r>
          </a:p>
          <a:p>
            <a:pPr algn="ctr"/>
            <a:r>
              <a:rPr sz="1000" b="0">
                <a:solidFill>
                  <a:srgbClr val="6E6E6E"/>
                </a:solidFill>
                <a:latin typeface="Calibri"/>
              </a:rPr>
              <a:t>(name, args)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3401568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>
                <a:solidFill>
                  <a:srgbClr val="6E6E6E"/>
                </a:solidFill>
                <a:latin typeface="Calibri"/>
              </a:rPr>
              <a:t>result (dict)</a:t>
            </a:r>
          </a:p>
          <a:p>
            <a:pPr algn="ctr"/>
            <a:r>
              <a:rPr sz="1000" b="0">
                <a:solidFill>
                  <a:srgbClr val="6E6E6E"/>
                </a:solidFill>
                <a:latin typeface="Calibri"/>
              </a:rPr>
              <a:t>appended as observation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160520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1">
                <a:solidFill>
                  <a:srgbClr val="6E6E6E"/>
                </a:solidFill>
                <a:latin typeface="Calibri"/>
              </a:rPr>
              <a:t>when the model stops calling tools, it emits a final text answer and the loop exits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892040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0">
                <a:solidFill>
                  <a:srgbClr val="1A1A1A"/>
                </a:solidFill>
                <a:latin typeface="Calibri"/>
              </a:rPr>
              <a:t>This is </a:t>
            </a:r>
            <a:r>
              <a:rPr sz="1600" b="1">
                <a:solidFill>
                  <a:srgbClr val="AA1E1E"/>
                </a:solidFill>
                <a:latin typeface="Calibri"/>
              </a:rPr>
              <a:t>ReAct</a:t>
            </a:r>
            <a:r>
              <a:rPr sz="1600" b="0">
                <a:solidFill>
                  <a:srgbClr val="1A1A1A"/>
                </a:solidFill>
                <a:latin typeface="Calibri"/>
              </a:rPr>
              <a:t> (Reason + Act), Yao et al. 2022 — the simplest agent there is.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3847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2500" b="1">
                <a:solidFill>
                  <a:srgbClr val="1A1A1A"/>
                </a:solidFill>
                <a:latin typeface="Calibri"/>
              </a:rPr>
              <a:t>Tool syntax and specification</a:t>
            </a:r>
            <a:endParaRPr sz="2500" b="1">
              <a:solidFill>
                <a:srgbClr val="1A1A1A"/>
              </a:solidFill>
              <a:latin typeface="Calibr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16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11057839" cy="2308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Two </a:t>
            </a:r>
            <a:r>
              <a:rPr lang="en-US" sz="1500" b="0">
                <a:solidFill>
                  <a:srgbClr val="1A1A1A"/>
                </a:solidFill>
                <a:latin typeface="Calibri"/>
              </a:rPr>
              <a:t>pieces</a:t>
            </a:r>
            <a:r>
              <a:rPr sz="1500" b="0">
                <a:solidFill>
                  <a:srgbClr val="1A1A1A"/>
                </a:solidFill>
                <a:latin typeface="Calibri"/>
              </a:rPr>
              <a:t>: a Python function, and a JSON-schema description of its signature that you hand to the model.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536192"/>
            <a:ext cx="539496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6E6E6E"/>
                </a:solidFill>
                <a:latin typeface="Calibri"/>
              </a:rPr>
              <a:t>Python function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10512"/>
            <a:ext cx="5394960" cy="1015492"/>
          </a:xfrm>
          <a:prstGeom prst="roundRect">
            <a:avLst>
              <a:gd name="adj" fmla="val 3000"/>
            </a:avLst>
          </a:prstGeom>
          <a:solidFill>
            <a:srgbClr val="F7F7F7"/>
          </a:solidFill>
          <a:ln w="9525"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128016" rIns="73152" bIns="128016" rtlCol="0" anchor="t"/>
          <a:lstStyle/>
          <a:p>
            <a:pPr algn="l">
              <a:lnSpc>
                <a:spcPct val="106000"/>
              </a:lnSpc>
            </a:pPr>
            <a:r>
              <a:rPr sz="1150" i="0">
                <a:solidFill>
                  <a:srgbClr val="005AA0"/>
                </a:solidFill>
                <a:latin typeface="Consolas"/>
              </a:rPr>
              <a:t>def</a:t>
            </a:r>
            <a:r>
              <a:rPr sz="1150" i="0">
                <a:solidFill>
                  <a:srgbClr val="1A1A1A"/>
                </a:solidFill>
                <a:latin typeface="Consolas"/>
              </a:rPr>
              <a:t> calculator(op, a, b):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    ops = {</a:t>
            </a:r>
            <a:r>
              <a:rPr sz="1150" i="0">
                <a:solidFill>
                  <a:srgbClr val="8C3C14"/>
                </a:solidFill>
                <a:latin typeface="Consolas"/>
              </a:rPr>
              <a:t>"add"</a:t>
            </a:r>
            <a:r>
              <a:rPr sz="1150" i="0">
                <a:solidFill>
                  <a:srgbClr val="1A1A1A"/>
                </a:solidFill>
                <a:latin typeface="Consolas"/>
              </a:rPr>
              <a:t>: a + b, </a:t>
            </a:r>
            <a:r>
              <a:rPr sz="1150" i="0">
                <a:solidFill>
                  <a:srgbClr val="8C3C14"/>
                </a:solidFill>
                <a:latin typeface="Consolas"/>
              </a:rPr>
              <a:t>"sub"</a:t>
            </a:r>
            <a:r>
              <a:rPr sz="1150" i="0">
                <a:solidFill>
                  <a:srgbClr val="1A1A1A"/>
                </a:solidFill>
                <a:latin typeface="Consolas"/>
              </a:rPr>
              <a:t>: a - b,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           </a:t>
            </a:r>
            <a:r>
              <a:rPr sz="1150" i="0">
                <a:solidFill>
                  <a:srgbClr val="8C3C14"/>
                </a:solidFill>
                <a:latin typeface="Consolas"/>
              </a:rPr>
              <a:t>"mul"</a:t>
            </a:r>
            <a:r>
              <a:rPr sz="1150" i="0">
                <a:solidFill>
                  <a:srgbClr val="1A1A1A"/>
                </a:solidFill>
                <a:latin typeface="Consolas"/>
              </a:rPr>
              <a:t>: a * b, </a:t>
            </a:r>
            <a:r>
              <a:rPr sz="1150" i="0">
                <a:solidFill>
                  <a:srgbClr val="8C3C14"/>
                </a:solidFill>
                <a:latin typeface="Consolas"/>
              </a:rPr>
              <a:t>"div"</a:t>
            </a:r>
            <a:r>
              <a:rPr sz="1150" i="0">
                <a:solidFill>
                  <a:srgbClr val="1A1A1A"/>
                </a:solidFill>
                <a:latin typeface="Consolas"/>
              </a:rPr>
              <a:t>: a / b}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    </a:t>
            </a:r>
            <a:r>
              <a:rPr sz="1150" i="0">
                <a:solidFill>
                  <a:srgbClr val="005AA0"/>
                </a:solidFill>
                <a:latin typeface="Consolas"/>
              </a:rPr>
              <a:t>return</a:t>
            </a:r>
            <a:r>
              <a:rPr sz="1150" i="0">
                <a:solidFill>
                  <a:srgbClr val="1A1A1A"/>
                </a:solidFill>
                <a:latin typeface="Consolas"/>
              </a:rPr>
              <a:t> {</a:t>
            </a:r>
            <a:r>
              <a:rPr sz="1150" i="0">
                <a:solidFill>
                  <a:srgbClr val="8C3C14"/>
                </a:solidFill>
                <a:latin typeface="Consolas"/>
              </a:rPr>
              <a:t>"result"</a:t>
            </a:r>
            <a:r>
              <a:rPr sz="1150" i="0">
                <a:solidFill>
                  <a:srgbClr val="1A1A1A"/>
                </a:solidFill>
                <a:latin typeface="Consolas"/>
              </a:rPr>
              <a:t>: ops[op]}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36208" y="1536192"/>
            <a:ext cx="539496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6E6E6E"/>
                </a:solidFill>
                <a:latin typeface="Calibri"/>
              </a:rPr>
              <a:t>JSON schema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6208" y="1810512"/>
            <a:ext cx="5394960" cy="2154682"/>
          </a:xfrm>
          <a:prstGeom prst="roundRect">
            <a:avLst>
              <a:gd name="adj" fmla="val 3000"/>
            </a:avLst>
          </a:prstGeom>
          <a:solidFill>
            <a:srgbClr val="F7F7F7"/>
          </a:solidFill>
          <a:ln w="9525"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128016" rIns="73152" bIns="128016" rtlCol="0" anchor="t"/>
          <a:lstStyle/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{</a:t>
            </a:r>
            <a:r>
              <a:rPr sz="1150" i="0">
                <a:solidFill>
                  <a:srgbClr val="8C3C14"/>
                </a:solidFill>
                <a:latin typeface="Consolas"/>
              </a:rPr>
              <a:t>"name"</a:t>
            </a:r>
            <a:r>
              <a:rPr sz="1150" i="0">
                <a:solidFill>
                  <a:srgbClr val="1A1A1A"/>
                </a:solidFill>
                <a:latin typeface="Consolas"/>
              </a:rPr>
              <a:t>: </a:t>
            </a:r>
            <a:r>
              <a:rPr sz="1150" i="0">
                <a:solidFill>
                  <a:srgbClr val="8C3C14"/>
                </a:solidFill>
                <a:latin typeface="Consolas"/>
              </a:rPr>
              <a:t>"calculator"</a:t>
            </a:r>
            <a:r>
              <a:rPr sz="1150" i="0">
                <a:solidFill>
                  <a:srgbClr val="1A1A1A"/>
                </a:solidFill>
                <a:latin typeface="Consolas"/>
              </a:rPr>
              <a:t>,</a:t>
            </a:r>
          </a:p>
          <a:p>
            <a:pPr algn="l">
              <a:lnSpc>
                <a:spcPct val="106000"/>
              </a:lnSpc>
            </a:pPr>
            <a:endParaRPr sz="1150" i="0">
              <a:solidFill>
                <a:srgbClr val="1A1A1A"/>
              </a:solidFill>
              <a:latin typeface="Consolas"/>
            </a:endParaRP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 </a:t>
            </a:r>
            <a:r>
              <a:rPr sz="1150" i="0">
                <a:solidFill>
                  <a:srgbClr val="8C3C14"/>
                </a:solidFill>
                <a:latin typeface="Consolas"/>
              </a:rPr>
              <a:t>"parameters"</a:t>
            </a:r>
            <a:r>
              <a:rPr sz="1150" i="0">
                <a:solidFill>
                  <a:srgbClr val="1A1A1A"/>
                </a:solidFill>
                <a:latin typeface="Consolas"/>
              </a:rPr>
              <a:t>: {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   </a:t>
            </a:r>
            <a:r>
              <a:rPr sz="1150" i="0">
                <a:solidFill>
                  <a:srgbClr val="8C3C14"/>
                </a:solidFill>
                <a:latin typeface="Consolas"/>
              </a:rPr>
              <a:t>"type"</a:t>
            </a:r>
            <a:r>
              <a:rPr sz="1150" i="0">
                <a:solidFill>
                  <a:srgbClr val="1A1A1A"/>
                </a:solidFill>
                <a:latin typeface="Consolas"/>
              </a:rPr>
              <a:t>: </a:t>
            </a:r>
            <a:r>
              <a:rPr sz="1150" i="0">
                <a:solidFill>
                  <a:srgbClr val="8C3C14"/>
                </a:solidFill>
                <a:latin typeface="Consolas"/>
              </a:rPr>
              <a:t>"object"</a:t>
            </a:r>
            <a:r>
              <a:rPr sz="1150" i="0">
                <a:solidFill>
                  <a:srgbClr val="1A1A1A"/>
                </a:solidFill>
                <a:latin typeface="Consolas"/>
              </a:rPr>
              <a:t>,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   </a:t>
            </a:r>
            <a:r>
              <a:rPr sz="1150" i="0">
                <a:solidFill>
                  <a:srgbClr val="8C3C14"/>
                </a:solidFill>
                <a:latin typeface="Consolas"/>
              </a:rPr>
              <a:t>"properties"</a:t>
            </a:r>
            <a:r>
              <a:rPr sz="1150" i="0">
                <a:solidFill>
                  <a:srgbClr val="1A1A1A"/>
                </a:solidFill>
                <a:latin typeface="Consolas"/>
              </a:rPr>
              <a:t>: {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     </a:t>
            </a:r>
            <a:r>
              <a:rPr sz="1150" i="0">
                <a:solidFill>
                  <a:srgbClr val="8C3C14"/>
                </a:solidFill>
                <a:latin typeface="Consolas"/>
              </a:rPr>
              <a:t>"op"</a:t>
            </a:r>
            <a:r>
              <a:rPr sz="1150" i="0">
                <a:solidFill>
                  <a:srgbClr val="1A1A1A"/>
                </a:solidFill>
                <a:latin typeface="Consolas"/>
              </a:rPr>
              <a:t>: {</a:t>
            </a:r>
            <a:r>
              <a:rPr sz="1150" i="0">
                <a:solidFill>
                  <a:srgbClr val="8C3C14"/>
                </a:solidFill>
                <a:latin typeface="Consolas"/>
              </a:rPr>
              <a:t>"type"</a:t>
            </a:r>
            <a:r>
              <a:rPr sz="1150" i="0">
                <a:solidFill>
                  <a:srgbClr val="1A1A1A"/>
                </a:solidFill>
                <a:latin typeface="Consolas"/>
              </a:rPr>
              <a:t>: </a:t>
            </a:r>
            <a:r>
              <a:rPr sz="1150" i="0">
                <a:solidFill>
                  <a:srgbClr val="8C3C14"/>
                </a:solidFill>
                <a:latin typeface="Consolas"/>
              </a:rPr>
              <a:t>"string"</a:t>
            </a:r>
            <a:r>
              <a:rPr sz="1150" i="0">
                <a:solidFill>
                  <a:srgbClr val="1A1A1A"/>
                </a:solidFill>
                <a:latin typeface="Consolas"/>
              </a:rPr>
              <a:t>,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            </a:t>
            </a:r>
            <a:r>
              <a:rPr sz="1150" i="0">
                <a:solidFill>
                  <a:srgbClr val="8C3C14"/>
                </a:solidFill>
                <a:latin typeface="Consolas"/>
              </a:rPr>
              <a:t>"</a:t>
            </a:r>
            <a:r>
              <a:rPr sz="1150" i="0" err="1">
                <a:solidFill>
                  <a:srgbClr val="8C3C14"/>
                </a:solidFill>
                <a:latin typeface="Consolas"/>
              </a:rPr>
              <a:t>enum</a:t>
            </a:r>
            <a:r>
              <a:rPr sz="1150" i="0">
                <a:solidFill>
                  <a:srgbClr val="8C3C14"/>
                </a:solidFill>
                <a:latin typeface="Consolas"/>
              </a:rPr>
              <a:t>"</a:t>
            </a:r>
            <a:r>
              <a:rPr sz="1150" i="0">
                <a:solidFill>
                  <a:srgbClr val="1A1A1A"/>
                </a:solidFill>
                <a:latin typeface="Consolas"/>
              </a:rPr>
              <a:t>: [</a:t>
            </a:r>
            <a:r>
              <a:rPr sz="1150" i="0">
                <a:solidFill>
                  <a:srgbClr val="8C3C14"/>
                </a:solidFill>
                <a:latin typeface="Consolas"/>
              </a:rPr>
              <a:t>"add"</a:t>
            </a:r>
            <a:r>
              <a:rPr sz="1150" i="0">
                <a:solidFill>
                  <a:srgbClr val="1A1A1A"/>
                </a:solidFill>
                <a:latin typeface="Consolas"/>
              </a:rPr>
              <a:t>,</a:t>
            </a:r>
            <a:r>
              <a:rPr sz="1150" i="0">
                <a:solidFill>
                  <a:srgbClr val="8C3C14"/>
                </a:solidFill>
                <a:latin typeface="Consolas"/>
              </a:rPr>
              <a:t>"sub"</a:t>
            </a:r>
            <a:r>
              <a:rPr sz="1150" i="0">
                <a:solidFill>
                  <a:srgbClr val="1A1A1A"/>
                </a:solidFill>
                <a:latin typeface="Consolas"/>
              </a:rPr>
              <a:t>,</a:t>
            </a:r>
            <a:r>
              <a:rPr sz="1150" i="0">
                <a:solidFill>
                  <a:srgbClr val="8C3C14"/>
                </a:solidFill>
                <a:latin typeface="Consolas"/>
              </a:rPr>
              <a:t>"</a:t>
            </a:r>
            <a:r>
              <a:rPr sz="1150" i="0" err="1">
                <a:solidFill>
                  <a:srgbClr val="8C3C14"/>
                </a:solidFill>
                <a:latin typeface="Consolas"/>
              </a:rPr>
              <a:t>mul</a:t>
            </a:r>
            <a:r>
              <a:rPr sz="1150" i="0">
                <a:solidFill>
                  <a:srgbClr val="8C3C14"/>
                </a:solidFill>
                <a:latin typeface="Consolas"/>
              </a:rPr>
              <a:t>"</a:t>
            </a:r>
            <a:r>
              <a:rPr sz="1150" i="0">
                <a:solidFill>
                  <a:srgbClr val="1A1A1A"/>
                </a:solidFill>
                <a:latin typeface="Consolas"/>
              </a:rPr>
              <a:t>,</a:t>
            </a:r>
            <a:r>
              <a:rPr sz="1150" i="0">
                <a:solidFill>
                  <a:srgbClr val="8C3C14"/>
                </a:solidFill>
                <a:latin typeface="Consolas"/>
              </a:rPr>
              <a:t>"div"</a:t>
            </a:r>
            <a:r>
              <a:rPr sz="1150" i="0">
                <a:solidFill>
                  <a:srgbClr val="1A1A1A"/>
                </a:solidFill>
                <a:latin typeface="Consolas"/>
              </a:rPr>
              <a:t>]},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     </a:t>
            </a:r>
            <a:r>
              <a:rPr sz="1150" i="0">
                <a:solidFill>
                  <a:srgbClr val="8C3C14"/>
                </a:solidFill>
                <a:latin typeface="Consolas"/>
              </a:rPr>
              <a:t>"a"</a:t>
            </a:r>
            <a:r>
              <a:rPr sz="1150" i="0">
                <a:solidFill>
                  <a:srgbClr val="1A1A1A"/>
                </a:solidFill>
                <a:latin typeface="Consolas"/>
              </a:rPr>
              <a:t>: {</a:t>
            </a:r>
            <a:r>
              <a:rPr sz="1150" i="0">
                <a:solidFill>
                  <a:srgbClr val="8C3C14"/>
                </a:solidFill>
                <a:latin typeface="Consolas"/>
              </a:rPr>
              <a:t>"type"</a:t>
            </a:r>
            <a:r>
              <a:rPr sz="1150" i="0">
                <a:solidFill>
                  <a:srgbClr val="1A1A1A"/>
                </a:solidFill>
                <a:latin typeface="Consolas"/>
              </a:rPr>
              <a:t>: </a:t>
            </a:r>
            <a:r>
              <a:rPr sz="1150" i="0">
                <a:solidFill>
                  <a:srgbClr val="8C3C14"/>
                </a:solidFill>
                <a:latin typeface="Consolas"/>
              </a:rPr>
              <a:t>"number"</a:t>
            </a:r>
            <a:r>
              <a:rPr sz="1150" i="0">
                <a:solidFill>
                  <a:srgbClr val="1A1A1A"/>
                </a:solidFill>
                <a:latin typeface="Consolas"/>
              </a:rPr>
              <a:t>},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     </a:t>
            </a:r>
            <a:r>
              <a:rPr sz="1150" i="0">
                <a:solidFill>
                  <a:srgbClr val="8C3C14"/>
                </a:solidFill>
                <a:latin typeface="Consolas"/>
              </a:rPr>
              <a:t>"b"</a:t>
            </a:r>
            <a:r>
              <a:rPr sz="1150" i="0">
                <a:solidFill>
                  <a:srgbClr val="1A1A1A"/>
                </a:solidFill>
                <a:latin typeface="Consolas"/>
              </a:rPr>
              <a:t>: {</a:t>
            </a:r>
            <a:r>
              <a:rPr sz="1150" i="0">
                <a:solidFill>
                  <a:srgbClr val="8C3C14"/>
                </a:solidFill>
                <a:latin typeface="Consolas"/>
              </a:rPr>
              <a:t>"type"</a:t>
            </a:r>
            <a:r>
              <a:rPr sz="1150" i="0">
                <a:solidFill>
                  <a:srgbClr val="1A1A1A"/>
                </a:solidFill>
                <a:latin typeface="Consolas"/>
              </a:rPr>
              <a:t>: </a:t>
            </a:r>
            <a:r>
              <a:rPr sz="1150" i="0">
                <a:solidFill>
                  <a:srgbClr val="8C3C14"/>
                </a:solidFill>
                <a:latin typeface="Consolas"/>
              </a:rPr>
              <a:t>"number"</a:t>
            </a:r>
            <a:r>
              <a:rPr sz="1150" i="0">
                <a:solidFill>
                  <a:srgbClr val="1A1A1A"/>
                </a:solidFill>
                <a:latin typeface="Consolas"/>
              </a:rPr>
              <a:t>}},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   </a:t>
            </a:r>
            <a:r>
              <a:rPr sz="1150" i="0">
                <a:solidFill>
                  <a:srgbClr val="8C3C14"/>
                </a:solidFill>
                <a:latin typeface="Consolas"/>
              </a:rPr>
              <a:t>"required"</a:t>
            </a:r>
            <a:r>
              <a:rPr sz="1150" i="0">
                <a:solidFill>
                  <a:srgbClr val="1A1A1A"/>
                </a:solidFill>
                <a:latin typeface="Consolas"/>
              </a:rPr>
              <a:t>: [</a:t>
            </a:r>
            <a:r>
              <a:rPr sz="1150" i="0">
                <a:solidFill>
                  <a:srgbClr val="8C3C14"/>
                </a:solidFill>
                <a:latin typeface="Consolas"/>
              </a:rPr>
              <a:t>"</a:t>
            </a:r>
            <a:r>
              <a:rPr sz="1150" i="0" err="1">
                <a:solidFill>
                  <a:srgbClr val="8C3C14"/>
                </a:solidFill>
                <a:latin typeface="Consolas"/>
              </a:rPr>
              <a:t>op"</a:t>
            </a:r>
            <a:r>
              <a:rPr sz="1150" i="0" err="1">
                <a:solidFill>
                  <a:srgbClr val="1A1A1A"/>
                </a:solidFill>
                <a:latin typeface="Consolas"/>
              </a:rPr>
              <a:t>,</a:t>
            </a:r>
            <a:r>
              <a:rPr sz="1150" i="0" err="1">
                <a:solidFill>
                  <a:srgbClr val="8C3C14"/>
                </a:solidFill>
                <a:latin typeface="Consolas"/>
              </a:rPr>
              <a:t>"a"</a:t>
            </a:r>
            <a:r>
              <a:rPr sz="1150" i="0" err="1">
                <a:solidFill>
                  <a:srgbClr val="1A1A1A"/>
                </a:solidFill>
                <a:latin typeface="Consolas"/>
              </a:rPr>
              <a:t>,</a:t>
            </a:r>
            <a:r>
              <a:rPr sz="1150" i="0" err="1">
                <a:solidFill>
                  <a:srgbClr val="8C3C14"/>
                </a:solidFill>
                <a:latin typeface="Consolas"/>
              </a:rPr>
              <a:t>"b</a:t>
            </a:r>
            <a:r>
              <a:rPr sz="1150" i="0">
                <a:solidFill>
                  <a:srgbClr val="8C3C14"/>
                </a:solidFill>
                <a:latin typeface="Consolas"/>
              </a:rPr>
              <a:t>"</a:t>
            </a:r>
            <a:r>
              <a:rPr sz="1150" i="0">
                <a:solidFill>
                  <a:srgbClr val="1A1A1A"/>
                </a:solidFill>
                <a:latin typeface="Consolas"/>
              </a:rPr>
              <a:t>]}}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1"/>
            <a:ext cx="11057839" cy="9771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250" b="0">
                <a:solidFill>
                  <a:srgbClr val="1A1A1A"/>
                </a:solidFill>
                <a:latin typeface="Consolas"/>
              </a:rPr>
              <a:t>name</a:t>
            </a:r>
            <a:r>
              <a:rPr sz="1400" b="0">
                <a:solidFill>
                  <a:srgbClr val="1A1A1A"/>
                </a:solidFill>
                <a:latin typeface="Calibri"/>
              </a:rPr>
              <a:t>, </a:t>
            </a:r>
            <a:r>
              <a:rPr sz="1250" b="0">
                <a:solidFill>
                  <a:srgbClr val="1A1A1A"/>
                </a:solidFill>
                <a:latin typeface="Consolas"/>
              </a:rPr>
              <a:t>description</a:t>
            </a:r>
            <a:r>
              <a:rPr sz="1400" b="0">
                <a:solidFill>
                  <a:srgbClr val="1A1A1A"/>
                </a:solidFill>
                <a:latin typeface="Calibri"/>
              </a:rPr>
              <a:t> — decide whether the model picks </a:t>
            </a:r>
            <a:r>
              <a:rPr sz="1400" b="0" i="1">
                <a:solidFill>
                  <a:srgbClr val="1A1A1A"/>
                </a:solidFill>
                <a:latin typeface="Calibri"/>
              </a:rPr>
              <a:t>this</a:t>
            </a:r>
            <a:r>
              <a:rPr sz="1400" b="0">
                <a:solidFill>
                  <a:srgbClr val="1A1A1A"/>
                </a:solidFill>
                <a:latin typeface="Calibri"/>
              </a:rPr>
              <a:t> tool over the others. This is prompt engineering; </a:t>
            </a:r>
            <a:r>
              <a:rPr lang="en-US" sz="1400" b="0">
                <a:solidFill>
                  <a:srgbClr val="1A1A1A"/>
                </a:solidFill>
                <a:latin typeface="Calibri"/>
              </a:rPr>
              <a:t>use this to provide the model with plain English context to help it understand how the tool is meant to function.</a:t>
            </a:r>
            <a:endParaRPr sz="1400" b="0">
              <a:solidFill>
                <a:srgbClr val="1A1A1A"/>
              </a:solidFill>
              <a:latin typeface="Calibri"/>
            </a:endParaRP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250" b="0">
                <a:solidFill>
                  <a:srgbClr val="1A1A1A"/>
                </a:solidFill>
                <a:latin typeface="Consolas"/>
              </a:rPr>
              <a:t>properties</a:t>
            </a:r>
            <a:r>
              <a:rPr sz="1400" b="0">
                <a:solidFill>
                  <a:srgbClr val="1A1A1A"/>
                </a:solidFill>
                <a:latin typeface="Calibri"/>
              </a:rPr>
              <a:t> — the typed argument list. </a:t>
            </a:r>
            <a:r>
              <a:rPr sz="1250" b="0" err="1">
                <a:solidFill>
                  <a:srgbClr val="1A1A1A"/>
                </a:solidFill>
                <a:latin typeface="Consolas"/>
              </a:rPr>
              <a:t>enum</a:t>
            </a:r>
            <a:r>
              <a:rPr sz="1400" b="0">
                <a:solidFill>
                  <a:srgbClr val="1A1A1A"/>
                </a:solidFill>
                <a:latin typeface="Calibri"/>
              </a:rPr>
              <a:t> restricts a string to a fixed set. Constrain aggressively: </a:t>
            </a:r>
            <a:r>
              <a:rPr lang="en-US" sz="1400" b="0">
                <a:solidFill>
                  <a:srgbClr val="1A1A1A"/>
                </a:solidFill>
                <a:latin typeface="Calibri"/>
              </a:rPr>
              <a:t>by forcing the model to only process inputs of a given type, you are keeping the Agent from doing something unexpected. For example – the above won’t attempt to add a string to a number</a:t>
            </a:r>
            <a:endParaRPr sz="1400" b="0">
              <a:solidFill>
                <a:srgbClr val="1A1A1A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The round trip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17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Each turn, the model emits either plain text (final answer) or a structured tool call.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450" b="1">
                <a:solidFill>
                  <a:srgbClr val="1A1A1A"/>
                </a:solidFill>
                <a:latin typeface="Calibri"/>
              </a:rPr>
              <a:t>1.</a:t>
            </a:r>
            <a:r>
              <a:rPr sz="1450" b="0">
                <a:solidFill>
                  <a:srgbClr val="1A1A1A"/>
                </a:solidFill>
                <a:latin typeface="Calibri"/>
              </a:rPr>
              <a:t>  The reply contains a </a:t>
            </a:r>
            <a:r>
              <a:rPr sz="1300" b="0">
                <a:solidFill>
                  <a:srgbClr val="1A1A1A"/>
                </a:solidFill>
                <a:latin typeface="Consolas"/>
              </a:rPr>
              <a:t>function_call</a:t>
            </a:r>
            <a:r>
              <a:rPr sz="1450" b="0">
                <a:solidFill>
                  <a:srgbClr val="1A1A1A"/>
                </a:solidFill>
                <a:latin typeface="Calibri"/>
              </a:rPr>
              <a:t> part: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920240"/>
            <a:ext cx="11057839" cy="850392"/>
          </a:xfrm>
          <a:prstGeom prst="roundRect">
            <a:avLst>
              <a:gd name="adj" fmla="val 3000"/>
            </a:avLst>
          </a:prstGeom>
          <a:solidFill>
            <a:srgbClr val="F7F7F7"/>
          </a:solidFill>
          <a:ln w="9525"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128016" rIns="73152" bIns="128016" rtlCol="0" anchor="t"/>
          <a:lstStyle/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response.candidates[0].content.parts[0].function_call</a:t>
            </a: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    .name = </a:t>
            </a:r>
            <a:r>
              <a:rPr sz="1200" i="0">
                <a:solidFill>
                  <a:srgbClr val="8C3C14"/>
                </a:solidFill>
                <a:latin typeface="Consolas"/>
              </a:rPr>
              <a:t>"calculator"</a:t>
            </a: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    .args = {</a:t>
            </a:r>
            <a:r>
              <a:rPr sz="1200" i="0">
                <a:solidFill>
                  <a:srgbClr val="8C3C14"/>
                </a:solidFill>
                <a:latin typeface="Consolas"/>
              </a:rPr>
              <a:t>"op"</a:t>
            </a:r>
            <a:r>
              <a:rPr sz="1200" i="0">
                <a:solidFill>
                  <a:srgbClr val="1A1A1A"/>
                </a:solidFill>
                <a:latin typeface="Consolas"/>
              </a:rPr>
              <a:t>: </a:t>
            </a:r>
            <a:r>
              <a:rPr sz="1200" i="0">
                <a:solidFill>
                  <a:srgbClr val="8C3C14"/>
                </a:solidFill>
                <a:latin typeface="Consolas"/>
              </a:rPr>
              <a:t>"mul"</a:t>
            </a:r>
            <a:r>
              <a:rPr sz="1200" i="0">
                <a:solidFill>
                  <a:srgbClr val="1A1A1A"/>
                </a:solidFill>
                <a:latin typeface="Consolas"/>
              </a:rPr>
              <a:t>, </a:t>
            </a:r>
            <a:r>
              <a:rPr sz="1200" i="0">
                <a:solidFill>
                  <a:srgbClr val="8C3C14"/>
                </a:solidFill>
                <a:latin typeface="Consolas"/>
              </a:rPr>
              <a:t>"a"</a:t>
            </a:r>
            <a:r>
              <a:rPr sz="1200" i="0">
                <a:solidFill>
                  <a:srgbClr val="1A1A1A"/>
                </a:solidFill>
                <a:latin typeface="Consolas"/>
              </a:rPr>
              <a:t>: 13, </a:t>
            </a:r>
            <a:r>
              <a:rPr sz="1200" i="0">
                <a:solidFill>
                  <a:srgbClr val="8C3C14"/>
                </a:solidFill>
                <a:latin typeface="Consolas"/>
              </a:rPr>
              <a:t>"b"</a:t>
            </a:r>
            <a:r>
              <a:rPr sz="1200" i="0">
                <a:solidFill>
                  <a:srgbClr val="1A1A1A"/>
                </a:solidFill>
                <a:latin typeface="Consolas"/>
              </a:rPr>
              <a:t>: 47}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99232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450" b="1">
                <a:solidFill>
                  <a:srgbClr val="1A1A1A"/>
                </a:solidFill>
                <a:latin typeface="Calibri"/>
              </a:rPr>
              <a:t>2.</a:t>
            </a:r>
            <a:r>
              <a:rPr sz="1450" b="0">
                <a:solidFill>
                  <a:srgbClr val="1A1A1A"/>
                </a:solidFill>
                <a:latin typeface="Calibri"/>
              </a:rPr>
              <a:t>  We dispatch by name and run the Python function: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346704"/>
            <a:ext cx="11057839" cy="454152"/>
          </a:xfrm>
          <a:prstGeom prst="roundRect">
            <a:avLst>
              <a:gd name="adj" fmla="val 3000"/>
            </a:avLst>
          </a:prstGeom>
          <a:solidFill>
            <a:srgbClr val="F7F7F7"/>
          </a:solidFill>
          <a:ln w="9525"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128016" rIns="73152" bIns="128016" rtlCol="0" anchor="t"/>
          <a:lstStyle/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result = tool_fns[name](**args)          </a:t>
            </a:r>
            <a:r>
              <a:rPr sz="1200" i="1">
                <a:solidFill>
                  <a:srgbClr val="787878"/>
                </a:solidFill>
                <a:latin typeface="Consolas"/>
              </a:rPr>
              <a:t># -&gt; {"result": 611}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041648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450" b="1">
                <a:solidFill>
                  <a:srgbClr val="1A1A1A"/>
                </a:solidFill>
                <a:latin typeface="Calibri"/>
              </a:rPr>
              <a:t>3.</a:t>
            </a:r>
            <a:r>
              <a:rPr sz="1450" b="0">
                <a:solidFill>
                  <a:srgbClr val="1A1A1A"/>
                </a:solidFill>
                <a:latin typeface="Calibri"/>
              </a:rPr>
              <a:t>  We send the result back as a </a:t>
            </a:r>
            <a:r>
              <a:rPr sz="1300" b="0">
                <a:solidFill>
                  <a:srgbClr val="1A1A1A"/>
                </a:solidFill>
                <a:latin typeface="Consolas"/>
              </a:rPr>
              <a:t>function_response</a:t>
            </a:r>
            <a:r>
              <a:rPr sz="1450" b="0">
                <a:solidFill>
                  <a:srgbClr val="1A1A1A"/>
                </a:solidFill>
                <a:latin typeface="Calibri"/>
              </a:rPr>
              <a:t> on the next turn: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389120"/>
            <a:ext cx="11057839" cy="454152"/>
          </a:xfrm>
          <a:prstGeom prst="roundRect">
            <a:avLst>
              <a:gd name="adj" fmla="val 3000"/>
            </a:avLst>
          </a:prstGeom>
          <a:solidFill>
            <a:srgbClr val="F7F7F7"/>
          </a:solidFill>
          <a:ln w="9525"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128016" rIns="73152" bIns="128016" rtlCol="0" anchor="t"/>
          <a:lstStyle/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Part.from_function_response(name=</a:t>
            </a:r>
            <a:r>
              <a:rPr sz="1200" i="0">
                <a:solidFill>
                  <a:srgbClr val="8C3C14"/>
                </a:solidFill>
                <a:latin typeface="Consolas"/>
              </a:rPr>
              <a:t>"calculator"</a:t>
            </a:r>
            <a:r>
              <a:rPr sz="1200" i="0">
                <a:solidFill>
                  <a:srgbClr val="1A1A1A"/>
                </a:solidFill>
                <a:latin typeface="Consolas"/>
              </a:rPr>
              <a:t>, response={</a:t>
            </a:r>
            <a:r>
              <a:rPr sz="1200" i="0">
                <a:solidFill>
                  <a:srgbClr val="8C3C14"/>
                </a:solidFill>
                <a:latin typeface="Consolas"/>
              </a:rPr>
              <a:t>"result"</a:t>
            </a:r>
            <a:r>
              <a:rPr sz="1200" i="0">
                <a:solidFill>
                  <a:srgbClr val="1A1A1A"/>
                </a:solidFill>
                <a:latin typeface="Consolas"/>
              </a:rPr>
              <a:t>: 611})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120640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450" b="0">
                <a:solidFill>
                  <a:srgbClr val="1A1A1A"/>
                </a:solidFill>
                <a:latin typeface="Calibri"/>
              </a:rPr>
              <a:t>The model then sees its own call, the result, and decides whether to call another tool or stop.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DCDD43-3CAC-F1F9-2D9D-230583025A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B530F10-10DE-280C-F2F6-A0C0BE15B9CA}"/>
              </a:ext>
            </a:extLst>
          </p:cNvPr>
          <p:cNvSpPr txBox="1"/>
          <p:nvPr/>
        </p:nvSpPr>
        <p:spPr>
          <a:xfrm>
            <a:off x="566928" y="2651760"/>
            <a:ext cx="11057839" cy="1066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800" b="1">
                <a:solidFill>
                  <a:srgbClr val="1A1A1A"/>
                </a:solidFill>
                <a:latin typeface="Calibri"/>
              </a:rPr>
              <a:t>Setting up your API</a:t>
            </a:r>
            <a:endParaRPr sz="3800" b="1">
              <a:solidFill>
                <a:srgbClr val="1A1A1A"/>
              </a:solidFill>
              <a:latin typeface="Calibri"/>
            </a:endParaRPr>
          </a:p>
          <a:p>
            <a:pPr algn="ctr">
              <a:spcBef>
                <a:spcPts val="1000"/>
              </a:spcBef>
            </a:pPr>
            <a:r>
              <a:rPr lang="en-US" sz="1700" b="0">
                <a:solidFill>
                  <a:srgbClr val="6E6E6E"/>
                </a:solidFill>
                <a:latin typeface="Calibri"/>
              </a:rPr>
              <a:t>Free Gemini API key</a:t>
            </a:r>
            <a:endParaRPr sz="1700" b="0">
              <a:solidFill>
                <a:srgbClr val="6E6E6E"/>
              </a:solidFill>
              <a:latin typeface="Calibri"/>
            </a:endParaRPr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9BD98D3B-2DE1-68AC-68CC-75A72CE0727F}"/>
              </a:ext>
            </a:extLst>
          </p:cNvPr>
          <p:cNvCxnSpPr/>
          <p:nvPr/>
        </p:nvCxnSpPr>
        <p:spPr>
          <a:xfrm>
            <a:off x="5394960" y="2395728"/>
            <a:ext cx="1399032" cy="0"/>
          </a:xfrm>
          <a:prstGeom prst="line">
            <a:avLst/>
          </a:prstGeom>
          <a:ln w="31750">
            <a:solidFill>
              <a:srgbClr val="AA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00812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Setup: getting a key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19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11057839" cy="139268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550" b="0">
                <a:solidFill>
                  <a:srgbClr val="1A1A1A"/>
                </a:solidFill>
                <a:latin typeface="Calibri"/>
              </a:rPr>
              <a:t>1.  </a:t>
            </a:r>
            <a:r>
              <a:rPr sz="1550" b="1">
                <a:solidFill>
                  <a:srgbClr val="1A1A1A"/>
                </a:solidFill>
                <a:latin typeface="Calibri"/>
              </a:rPr>
              <a:t>Free, no credit card.</a:t>
            </a:r>
            <a:r>
              <a:rPr sz="1550" b="0">
                <a:solidFill>
                  <a:srgbClr val="1A1A1A"/>
                </a:solidFill>
                <a:latin typeface="Calibri"/>
              </a:rPr>
              <a:t>  Google AI Studio: aistudio.google.com/</a:t>
            </a:r>
            <a:r>
              <a:rPr sz="1550" b="0" err="1">
                <a:solidFill>
                  <a:srgbClr val="1A1A1A"/>
                </a:solidFill>
                <a:latin typeface="Calibri"/>
              </a:rPr>
              <a:t>apikey</a:t>
            </a:r>
            <a:r>
              <a:rPr sz="1550" b="0">
                <a:solidFill>
                  <a:srgbClr val="1A1A1A"/>
                </a:solidFill>
                <a:latin typeface="Calibri"/>
              </a:rPr>
              <a:t>. Sign in with any Google account. Use a project where billing has </a:t>
            </a:r>
            <a:r>
              <a:rPr sz="1550" b="0" i="1">
                <a:solidFill>
                  <a:srgbClr val="1A1A1A"/>
                </a:solidFill>
                <a:latin typeface="Calibri"/>
              </a:rPr>
              <a:t>never</a:t>
            </a:r>
            <a:r>
              <a:rPr sz="1550" b="0">
                <a:solidFill>
                  <a:srgbClr val="1A1A1A"/>
                </a:solidFill>
                <a:latin typeface="Calibri"/>
              </a:rPr>
              <a:t> been enabled</a:t>
            </a:r>
            <a:r>
              <a:rPr lang="en-US" sz="1550" b="0">
                <a:solidFill>
                  <a:srgbClr val="1A1A1A"/>
                </a:solidFill>
                <a:latin typeface="Calibri"/>
              </a:rPr>
              <a:t> to make sure you are not charged accidentally.</a:t>
            </a:r>
            <a:endParaRPr sz="1550" b="0">
              <a:solidFill>
                <a:srgbClr val="1A1A1A"/>
              </a:solidFill>
              <a:latin typeface="Calibri"/>
            </a:endParaRPr>
          </a:p>
          <a:p>
            <a:r>
              <a:rPr sz="700"/>
              <a:t> 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550" b="0">
                <a:solidFill>
                  <a:srgbClr val="1A1A1A"/>
                </a:solidFill>
                <a:latin typeface="Calibri"/>
              </a:rPr>
              <a:t>2.  </a:t>
            </a:r>
            <a:r>
              <a:rPr sz="1550" b="1">
                <a:solidFill>
                  <a:srgbClr val="1A1A1A"/>
                </a:solidFill>
                <a:latin typeface="Calibri"/>
              </a:rPr>
              <a:t>Bring your own.</a:t>
            </a:r>
            <a:r>
              <a:rPr sz="1550" b="0">
                <a:solidFill>
                  <a:srgbClr val="1A1A1A"/>
                </a:solidFill>
                <a:latin typeface="Calibri"/>
              </a:rPr>
              <a:t>  Anthropic (console.anthropic.com) or OpenAI (platform.openai.com/</a:t>
            </a:r>
            <a:r>
              <a:rPr sz="1550" b="0" err="1">
                <a:solidFill>
                  <a:srgbClr val="1A1A1A"/>
                </a:solidFill>
                <a:latin typeface="Calibri"/>
              </a:rPr>
              <a:t>api</a:t>
            </a:r>
            <a:r>
              <a:rPr sz="1550" b="0">
                <a:solidFill>
                  <a:srgbClr val="1A1A1A"/>
                </a:solidFill>
                <a:latin typeface="Calibri"/>
              </a:rPr>
              <a:t>-keys) both work</a:t>
            </a:r>
            <a:r>
              <a:rPr lang="en-US" sz="1550" b="0">
                <a:solidFill>
                  <a:srgbClr val="1A1A1A"/>
                </a:solidFill>
                <a:latin typeface="Calibri"/>
              </a:rPr>
              <a:t> (code hasn’t been tested)</a:t>
            </a:r>
            <a:endParaRPr sz="1550" b="0">
              <a:solidFill>
                <a:srgbClr val="1A1A1A"/>
              </a:solidFill>
              <a:latin typeface="Calibri"/>
            </a:endParaRPr>
          </a:p>
          <a:p>
            <a:r>
              <a:rPr sz="700"/>
              <a:t> 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550" b="0">
                <a:solidFill>
                  <a:srgbClr val="1A1A1A"/>
                </a:solidFill>
                <a:latin typeface="Calibri"/>
              </a:rPr>
              <a:t>3.  In </a:t>
            </a:r>
            <a:r>
              <a:rPr sz="1550" b="0" err="1">
                <a:solidFill>
                  <a:srgbClr val="1A1A1A"/>
                </a:solidFill>
                <a:latin typeface="Calibri"/>
              </a:rPr>
              <a:t>Colab</a:t>
            </a:r>
            <a:r>
              <a:rPr sz="1550" b="0">
                <a:solidFill>
                  <a:srgbClr val="1A1A1A"/>
                </a:solidFill>
                <a:latin typeface="Calibri"/>
              </a:rPr>
              <a:t>: </a:t>
            </a:r>
            <a:r>
              <a:rPr sz="1550" b="1">
                <a:solidFill>
                  <a:srgbClr val="1A1A1A"/>
                </a:solidFill>
                <a:latin typeface="Calibri"/>
              </a:rPr>
              <a:t>Secrets</a:t>
            </a:r>
            <a:r>
              <a:rPr sz="1550" b="0">
                <a:solidFill>
                  <a:srgbClr val="1A1A1A"/>
                </a:solidFill>
                <a:latin typeface="Calibri"/>
              </a:rPr>
              <a:t> panel (key icon, left sidebar), add </a:t>
            </a:r>
            <a:r>
              <a:rPr sz="1400" b="0">
                <a:solidFill>
                  <a:srgbClr val="1A1A1A"/>
                </a:solidFill>
                <a:latin typeface="Consolas"/>
              </a:rPr>
              <a:t>GEMINI_API_KEY</a:t>
            </a:r>
            <a:r>
              <a:rPr sz="1550" b="0">
                <a:solidFill>
                  <a:srgbClr val="1A1A1A"/>
                </a:solidFill>
                <a:latin typeface="Calibri"/>
              </a:rPr>
              <a:t>. </a:t>
            </a:r>
            <a:endParaRPr sz="1400" b="0">
              <a:solidFill>
                <a:srgbClr val="1A1A1A"/>
              </a:solidFill>
              <a:latin typeface="Consolas"/>
            </a:endParaRPr>
          </a:p>
          <a:p>
            <a:r>
              <a:rPr sz="700"/>
              <a:t> 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5" y="2471681"/>
            <a:ext cx="11057839" cy="52578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 w="9525">
            <a:solidFill>
              <a:srgbClr val="D6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82296" rIns="146304" bIns="82296" rtlCol="0" anchor="ctr"/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Never paste a key into a notebook cell.</a:t>
            </a:r>
            <a:r>
              <a:rPr sz="1300" b="0">
                <a:solidFill>
                  <a:srgbClr val="1A1A1A"/>
                </a:solidFill>
                <a:latin typeface="Calibri"/>
              </a:rPr>
              <a:t>  It ends up in the </a:t>
            </a:r>
            <a:r>
              <a:rPr sz="1150" b="0">
                <a:solidFill>
                  <a:srgbClr val="1A1A1A"/>
                </a:solidFill>
                <a:latin typeface="Consolas"/>
              </a:rPr>
              <a:t>.ipynb</a:t>
            </a:r>
            <a:r>
              <a:rPr sz="1300" b="0">
                <a:solidFill>
                  <a:srgbClr val="1A1A1A"/>
                </a:solidFill>
                <a:latin typeface="Calibri"/>
              </a:rPr>
              <a:t> JSON, in your shell history, and in git. Use the secrets panel or an environment variable.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F01728C-AE01-C627-9F89-AC51590022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946" y="3749485"/>
            <a:ext cx="5468486" cy="242507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B8BC927-6F3D-0841-BE77-603F25E5F4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7344" y="3325778"/>
            <a:ext cx="5930710" cy="346821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651760"/>
            <a:ext cx="1105783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1A1A1A"/>
                </a:solidFill>
                <a:latin typeface="Calibri"/>
              </a:rPr>
              <a:t>The framework zoo</a:t>
            </a:r>
          </a:p>
          <a:p>
            <a:pPr algn="ctr">
              <a:spcBef>
                <a:spcPts val="1000"/>
              </a:spcBef>
            </a:pPr>
            <a:r>
              <a:rPr sz="1700" b="0">
                <a:solidFill>
                  <a:srgbClr val="6E6E6E"/>
                </a:solidFill>
                <a:latin typeface="Calibri"/>
              </a:rPr>
              <a:t>ReAct  ·  LangGraph  ·  AutoGen  ·  MPC  ·  MCP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394960" y="2395728"/>
            <a:ext cx="1399032" cy="0"/>
          </a:xfrm>
          <a:prstGeom prst="line">
            <a:avLst/>
          </a:prstGeom>
          <a:ln w="31750">
            <a:solidFill>
              <a:srgbClr val="AA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Why not just ReAct?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21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11057839" cy="13003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50" b="0" err="1">
                <a:solidFill>
                  <a:srgbClr val="1A1A1A"/>
                </a:solidFill>
                <a:latin typeface="Calibri"/>
              </a:rPr>
              <a:t>ReAct</a:t>
            </a:r>
            <a:r>
              <a:rPr sz="1550" b="0">
                <a:solidFill>
                  <a:srgbClr val="1A1A1A"/>
                </a:solidFill>
                <a:latin typeface="Calibri"/>
              </a:rPr>
              <a:t> is </a:t>
            </a:r>
            <a:r>
              <a:rPr sz="1550" b="1">
                <a:solidFill>
                  <a:srgbClr val="1A1A1A"/>
                </a:solidFill>
                <a:latin typeface="Calibri"/>
              </a:rPr>
              <a:t>greedy</a:t>
            </a:r>
            <a:r>
              <a:rPr sz="1550" b="0">
                <a:solidFill>
                  <a:srgbClr val="1A1A1A"/>
                </a:solidFill>
                <a:latin typeface="Calibri"/>
              </a:rPr>
              <a:t>. At each step the model sees the history and picks one action. That is exactly right when: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550" b="0">
                <a:solidFill>
                  <a:srgbClr val="1A1A1A"/>
                </a:solidFill>
                <a:latin typeface="Calibri"/>
              </a:rPr>
              <a:t>the tool </a:t>
            </a:r>
            <a:r>
              <a:rPr lang="en-US" sz="1550" b="0">
                <a:solidFill>
                  <a:srgbClr val="1A1A1A"/>
                </a:solidFill>
                <a:latin typeface="Calibri"/>
              </a:rPr>
              <a:t>interface is lightweight,</a:t>
            </a:r>
            <a:endParaRPr sz="1550" b="0">
              <a:solidFill>
                <a:srgbClr val="1A1A1A"/>
              </a:solidFill>
              <a:latin typeface="Calibri"/>
            </a:endParaRP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550" b="0">
                <a:solidFill>
                  <a:srgbClr val="1A1A1A"/>
                </a:solidFill>
                <a:latin typeface="Calibri"/>
              </a:rPr>
              <a:t>mistakes are cheap and recoverable, and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550" b="0">
                <a:solidFill>
                  <a:srgbClr val="1A1A1A"/>
                </a:solidFill>
                <a:latin typeface="Calibri"/>
              </a:rPr>
              <a:t>you cannot specify the procedure in advance.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154680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Calibri"/>
              </a:rPr>
              <a:t>It starts to hurt when: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550" b="0">
                <a:solidFill>
                  <a:srgbClr val="1A1A1A"/>
                </a:solidFill>
                <a:latin typeface="Calibri"/>
              </a:rPr>
              <a:t>you need a </a:t>
            </a:r>
            <a:r>
              <a:rPr sz="1550" b="1">
                <a:solidFill>
                  <a:srgbClr val="AA1E1E"/>
                </a:solidFill>
                <a:latin typeface="Calibri"/>
              </a:rPr>
              <a:t>guarantee</a:t>
            </a:r>
            <a:r>
              <a:rPr sz="1550" b="0">
                <a:solidFill>
                  <a:srgbClr val="1A1A1A"/>
                </a:solidFill>
                <a:latin typeface="Calibri"/>
              </a:rPr>
              <a:t> that step B always follows step A (audit, compliance, “always verify before reporting”),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550" b="0">
                <a:solidFill>
                  <a:srgbClr val="1A1A1A"/>
                </a:solidFill>
                <a:latin typeface="Calibri"/>
              </a:rPr>
              <a:t>genuinely </a:t>
            </a:r>
            <a:r>
              <a:rPr sz="1550" b="1">
                <a:solidFill>
                  <a:srgbClr val="AA1E1E"/>
                </a:solidFill>
                <a:latin typeface="Calibri"/>
              </a:rPr>
              <a:t>different expertise</a:t>
            </a:r>
            <a:r>
              <a:rPr sz="1550" b="0">
                <a:solidFill>
                  <a:srgbClr val="1A1A1A"/>
                </a:solidFill>
                <a:latin typeface="Calibri"/>
              </a:rPr>
              <a:t> needs different system prompts and different tools,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550" b="0">
                <a:solidFill>
                  <a:srgbClr val="1A1A1A"/>
                </a:solidFill>
                <a:latin typeface="Calibri"/>
              </a:rPr>
              <a:t>a wrong action is </a:t>
            </a:r>
            <a:r>
              <a:rPr sz="1550" b="1">
                <a:solidFill>
                  <a:srgbClr val="AA1E1E"/>
                </a:solidFill>
                <a:latin typeface="Calibri"/>
              </a:rPr>
              <a:t>expensive</a:t>
            </a:r>
            <a:r>
              <a:rPr sz="1550" b="0">
                <a:solidFill>
                  <a:srgbClr val="1A1A1A"/>
                </a:solidFill>
                <a:latin typeface="Calibri"/>
              </a:rPr>
              <a:t> and you own a cheap forward model that could have caught it, or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550" b="0">
                <a:solidFill>
                  <a:srgbClr val="1A1A1A"/>
                </a:solidFill>
                <a:latin typeface="Calibri"/>
              </a:rPr>
              <a:t>your tools live in </a:t>
            </a:r>
            <a:r>
              <a:rPr sz="1550" b="1">
                <a:solidFill>
                  <a:srgbClr val="AA1E1E"/>
                </a:solidFill>
                <a:latin typeface="Calibri"/>
              </a:rPr>
              <a:t>someone else’s process</a:t>
            </a:r>
            <a:r>
              <a:rPr sz="1550" b="0">
                <a:solidFill>
                  <a:srgbClr val="1A1A1A"/>
                </a:solidFill>
                <a:latin typeface="Calibri"/>
              </a:rPr>
              <a:t> — a solver, a CAD kernel, a database.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669280"/>
            <a:ext cx="11057839" cy="2308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1500" b="0">
                <a:solidFill>
                  <a:srgbClr val="1A1A1A"/>
                </a:solidFill>
                <a:latin typeface="Calibri"/>
              </a:rPr>
              <a:t>For each of these, different alternate patterns can make sens</a:t>
            </a:r>
            <a:r>
              <a:rPr lang="en-US" sz="1500">
                <a:solidFill>
                  <a:srgbClr val="1A1A1A"/>
                </a:solidFill>
                <a:latin typeface="Calibri"/>
              </a:rPr>
              <a:t>e, so we will consider alternative agentic frameworks.</a:t>
            </a:r>
            <a:endParaRPr sz="1500" b="0">
              <a:solidFill>
                <a:srgbClr val="1A1A1A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3847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2500" b="1">
                <a:solidFill>
                  <a:srgbClr val="1A1A1A"/>
                </a:solidFill>
                <a:latin typeface="Calibri"/>
              </a:rPr>
              <a:t>Selecting the correct framework for a given task</a:t>
            </a:r>
            <a:endParaRPr sz="2500" b="1">
              <a:solidFill>
                <a:srgbClr val="1A1A1A"/>
              </a:solidFill>
              <a:latin typeface="Calibr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22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234440"/>
            <a:ext cx="11057839" cy="33855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200" b="0">
                <a:solidFill>
                  <a:srgbClr val="1A1A1A"/>
                </a:solidFill>
                <a:latin typeface="Calibri"/>
              </a:rPr>
              <a:t>Choosing a pattern is choosing </a:t>
            </a:r>
            <a:r>
              <a:rPr lang="en-US" sz="2200" b="1">
                <a:solidFill>
                  <a:srgbClr val="AA1E1E"/>
                </a:solidFill>
                <a:latin typeface="Calibri"/>
              </a:rPr>
              <a:t>how the logical flow is controlled</a:t>
            </a:r>
            <a:r>
              <a:rPr sz="2200" b="0">
                <a:solidFill>
                  <a:srgbClr val="1A1A1A"/>
                </a:solidFill>
                <a:latin typeface="Calibri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2240280"/>
            <a:ext cx="1920240" cy="1234440"/>
          </a:xfrm>
          <a:prstGeom prst="roundRect">
            <a:avLst>
              <a:gd name="adj" fmla="val 10000"/>
            </a:avLst>
          </a:prstGeom>
          <a:solidFill>
            <a:srgbClr val="E8EEF7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250" b="1">
                <a:solidFill>
                  <a:srgbClr val="1A1A1A"/>
                </a:solidFill>
                <a:latin typeface="Calibri"/>
              </a:rPr>
              <a:t>ReAct</a:t>
            </a:r>
          </a:p>
          <a:p>
            <a:pPr algn="ctr"/>
            <a:r>
              <a:rPr sz="1100" b="0">
                <a:solidFill>
                  <a:srgbClr val="6E6E6E"/>
                </a:solidFill>
                <a:latin typeface="Calibri"/>
              </a:rPr>
              <a:t>the </a:t>
            </a:r>
            <a:r>
              <a:rPr sz="1100" b="0" i="1">
                <a:solidFill>
                  <a:srgbClr val="6E6E6E"/>
                </a:solidFill>
                <a:latin typeface="Calibri"/>
              </a:rPr>
              <a:t>model</a:t>
            </a:r>
          </a:p>
          <a:p>
            <a:pPr algn="ctr"/>
            <a:r>
              <a:rPr sz="1100" b="0">
                <a:solidFill>
                  <a:srgbClr val="6E6E6E"/>
                </a:solidFill>
                <a:latin typeface="Calibri"/>
              </a:rPr>
              <a:t>decides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2240280"/>
            <a:ext cx="1920240" cy="1234440"/>
          </a:xfrm>
          <a:prstGeom prst="roundRect">
            <a:avLst>
              <a:gd name="adj" fmla="val 10000"/>
            </a:avLst>
          </a:prstGeom>
          <a:solidFill>
            <a:srgbClr val="FAEDE0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250" b="1">
                <a:solidFill>
                  <a:srgbClr val="1A1A1A"/>
                </a:solidFill>
                <a:latin typeface="Calibri"/>
              </a:rPr>
              <a:t>LangGraph</a:t>
            </a:r>
          </a:p>
          <a:p>
            <a:pPr algn="ctr"/>
            <a:r>
              <a:rPr sz="1100" b="0" i="1">
                <a:solidFill>
                  <a:srgbClr val="6E6E6E"/>
                </a:solidFill>
                <a:latin typeface="Calibri"/>
              </a:rPr>
              <a:t>you</a:t>
            </a:r>
            <a:r>
              <a:rPr sz="1100" b="0">
                <a:solidFill>
                  <a:srgbClr val="6E6E6E"/>
                </a:solidFill>
                <a:latin typeface="Calibri"/>
              </a:rPr>
              <a:t> decide,</a:t>
            </a:r>
          </a:p>
          <a:p>
            <a:pPr algn="ctr"/>
            <a:r>
              <a:rPr sz="1100" b="0">
                <a:solidFill>
                  <a:srgbClr val="6E6E6E"/>
                </a:solidFill>
                <a:latin typeface="Calibri"/>
              </a:rPr>
              <a:t>in code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19472" y="2240280"/>
            <a:ext cx="1920240" cy="1234440"/>
          </a:xfrm>
          <a:prstGeom prst="roundRect">
            <a:avLst>
              <a:gd name="adj" fmla="val 10000"/>
            </a:avLst>
          </a:prstGeom>
          <a:solidFill>
            <a:srgbClr val="F1E9F1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250" b="1">
                <a:solidFill>
                  <a:srgbClr val="1A1A1A"/>
                </a:solidFill>
                <a:latin typeface="Calibri"/>
              </a:rPr>
              <a:t>AutoGen</a:t>
            </a:r>
          </a:p>
          <a:p>
            <a:pPr algn="ctr"/>
            <a:r>
              <a:rPr sz="1100" b="0">
                <a:solidFill>
                  <a:srgbClr val="6E6E6E"/>
                </a:solidFill>
                <a:latin typeface="Calibri"/>
              </a:rPr>
              <a:t>the </a:t>
            </a:r>
            <a:r>
              <a:rPr sz="1100" b="0" i="1">
                <a:solidFill>
                  <a:srgbClr val="6E6E6E"/>
                </a:solidFill>
                <a:latin typeface="Calibri"/>
              </a:rPr>
              <a:t>conversation</a:t>
            </a:r>
          </a:p>
          <a:p>
            <a:pPr algn="ctr"/>
            <a:r>
              <a:rPr sz="1100" b="0">
                <a:solidFill>
                  <a:srgbClr val="6E6E6E"/>
                </a:solidFill>
                <a:latin typeface="Calibri"/>
              </a:rPr>
              <a:t>decides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95744" y="2240280"/>
            <a:ext cx="1920240" cy="1234440"/>
          </a:xfrm>
          <a:prstGeom prst="roundRect">
            <a:avLst>
              <a:gd name="adj" fmla="val 10000"/>
            </a:avLst>
          </a:prstGeom>
          <a:solidFill>
            <a:srgbClr val="E6F2E6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250" b="1">
                <a:solidFill>
                  <a:srgbClr val="1A1A1A"/>
                </a:solidFill>
                <a:latin typeface="Calibri"/>
              </a:rPr>
              <a:t>MPC</a:t>
            </a:r>
          </a:p>
          <a:p>
            <a:pPr algn="ctr"/>
            <a:r>
              <a:rPr sz="1100" b="0">
                <a:solidFill>
                  <a:srgbClr val="6E6E6E"/>
                </a:solidFill>
                <a:latin typeface="Calibri"/>
              </a:rPr>
              <a:t>a </a:t>
            </a:r>
            <a:r>
              <a:rPr sz="1100" b="0" i="1">
                <a:solidFill>
                  <a:srgbClr val="6E6E6E"/>
                </a:solidFill>
                <a:latin typeface="Calibri"/>
              </a:rPr>
              <a:t>simulator</a:t>
            </a:r>
          </a:p>
          <a:p>
            <a:pPr algn="ctr"/>
            <a:r>
              <a:rPr sz="1100" b="0">
                <a:solidFill>
                  <a:srgbClr val="6E6E6E"/>
                </a:solidFill>
                <a:latin typeface="Calibri"/>
              </a:rPr>
              <a:t>decides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162288" y="2057400"/>
            <a:ext cx="0" cy="1645920"/>
          </a:xfrm>
          <a:prstGeom prst="line">
            <a:avLst/>
          </a:prstGeom>
          <a:ln w="12700">
            <a:solidFill>
              <a:srgbClr val="9A9A9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9400032" y="2240280"/>
            <a:ext cx="1920240" cy="1234440"/>
          </a:xfrm>
          <a:prstGeom prst="roundRect">
            <a:avLst>
              <a:gd name="adj" fmla="val 10000"/>
            </a:avLst>
          </a:prstGeom>
          <a:solidFill>
            <a:srgbClr val="EDEDED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250" b="1">
                <a:solidFill>
                  <a:srgbClr val="1A1A1A"/>
                </a:solidFill>
                <a:latin typeface="Calibri"/>
              </a:rPr>
              <a:t>MCP</a:t>
            </a:r>
          </a:p>
          <a:p>
            <a:pPr algn="ctr"/>
            <a:r>
              <a:rPr sz="1100" b="0" i="1">
                <a:solidFill>
                  <a:srgbClr val="6E6E6E"/>
                </a:solidFill>
                <a:latin typeface="Calibri"/>
              </a:rPr>
              <a:t>nobody</a:t>
            </a:r>
            <a:r>
              <a:rPr sz="1100" b="0">
                <a:solidFill>
                  <a:srgbClr val="6E6E6E"/>
                </a:solidFill>
                <a:latin typeface="Calibri"/>
              </a:rPr>
              <a:t> —</a:t>
            </a:r>
          </a:p>
          <a:p>
            <a:pPr algn="ctr"/>
            <a:r>
              <a:rPr sz="1100" b="0">
                <a:solidFill>
                  <a:srgbClr val="6E6E6E"/>
                </a:solidFill>
                <a:latin typeface="Calibri"/>
              </a:rPr>
              <a:t>it’s plumbing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21207" y="3858768"/>
            <a:ext cx="8403337" cy="0"/>
          </a:xfrm>
          <a:prstGeom prst="line">
            <a:avLst/>
          </a:prstGeom>
          <a:ln w="15875">
            <a:solidFill>
              <a:srgbClr val="9A9A9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75488" y="3977639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E6E6E"/>
                </a:solidFill>
                <a:latin typeface="Calibri"/>
              </a:rPr>
              <a:t>more autonomy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87183" y="3977639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>
                <a:solidFill>
                  <a:srgbClr val="6E6E6E"/>
                </a:solidFill>
                <a:latin typeface="Calibri"/>
              </a:rPr>
              <a:t>more control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00032" y="3931920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>
                <a:solidFill>
                  <a:srgbClr val="6E6E6E"/>
                </a:solidFill>
                <a:latin typeface="Calibri"/>
              </a:rPr>
              <a:t>a </a:t>
            </a:r>
            <a:r>
              <a:rPr sz="1000" b="0" i="1">
                <a:solidFill>
                  <a:srgbClr val="6E6E6E"/>
                </a:solidFill>
                <a:latin typeface="Calibri"/>
              </a:rPr>
              <a:t>transport</a:t>
            </a:r>
            <a:r>
              <a:rPr sz="1000" b="0">
                <a:solidFill>
                  <a:srgbClr val="6E6E6E"/>
                </a:solidFill>
                <a:latin typeface="Calibri"/>
              </a:rPr>
              <a:t>,</a:t>
            </a:r>
          </a:p>
          <a:p>
            <a:pPr algn="ctr"/>
            <a:r>
              <a:rPr sz="1000" b="0">
                <a:solidFill>
                  <a:srgbClr val="6E6E6E"/>
                </a:solidFill>
                <a:latin typeface="Calibri"/>
              </a:rPr>
              <a:t>not an architecture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4846320"/>
            <a:ext cx="11057839" cy="22313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900"/>
              </a:spcAft>
            </a:pPr>
            <a:r>
              <a:rPr lang="en-US" sz="1450" b="0">
                <a:solidFill>
                  <a:srgbClr val="1A1A1A"/>
                </a:solidFill>
                <a:latin typeface="Calibri"/>
              </a:rPr>
              <a:t>MCP is its own thing and can be combined with the other four.</a:t>
            </a:r>
            <a:endParaRPr sz="1450" b="0">
              <a:solidFill>
                <a:srgbClr val="1A1A1A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3847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2500" b="1">
                <a:solidFill>
                  <a:srgbClr val="1A1A1A"/>
                </a:solidFill>
                <a:latin typeface="Calibri"/>
              </a:rPr>
              <a:t>Mapping this onto a conventional FEM workflow</a:t>
            </a:r>
            <a:endParaRPr sz="2500" b="1">
              <a:solidFill>
                <a:srgbClr val="1A1A1A"/>
              </a:solidFill>
              <a:latin typeface="Calibr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23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566928" y="1207008"/>
            <a:ext cx="2194560" cy="731520"/>
          </a:xfrm>
          <a:prstGeom prst="roundRect">
            <a:avLst>
              <a:gd name="adj" fmla="val 10000"/>
            </a:avLst>
          </a:prstGeom>
          <a:solidFill>
            <a:srgbClr val="EDEDED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500" b="1">
                <a:solidFill>
                  <a:srgbClr val="1A1A1A"/>
                </a:solidFill>
                <a:latin typeface="Calibri"/>
              </a:rPr>
              <a:t>CAD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20440" y="1207008"/>
            <a:ext cx="2194560" cy="731520"/>
          </a:xfrm>
          <a:prstGeom prst="roundRect">
            <a:avLst>
              <a:gd name="adj" fmla="val 10000"/>
            </a:avLst>
          </a:prstGeom>
          <a:solidFill>
            <a:srgbClr val="E8EEF7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500" b="1">
                <a:solidFill>
                  <a:srgbClr val="1A1A1A"/>
                </a:solidFill>
                <a:latin typeface="Calibri"/>
              </a:rPr>
              <a:t>mesh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73952" y="1207008"/>
            <a:ext cx="2194560" cy="731520"/>
          </a:xfrm>
          <a:prstGeom prst="roundRect">
            <a:avLst>
              <a:gd name="adj" fmla="val 10000"/>
            </a:avLst>
          </a:prstGeom>
          <a:solidFill>
            <a:srgbClr val="E6F2E6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500" b="1">
                <a:solidFill>
                  <a:srgbClr val="1A1A1A"/>
                </a:solidFill>
                <a:latin typeface="Calibri"/>
              </a:rPr>
              <a:t>solve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427463" y="1207008"/>
            <a:ext cx="2194560" cy="731520"/>
          </a:xfrm>
          <a:prstGeom prst="roundRect">
            <a:avLst>
              <a:gd name="adj" fmla="val 10000"/>
            </a:avLst>
          </a:prstGeom>
          <a:solidFill>
            <a:srgbClr val="FAEDE0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500" b="1">
                <a:solidFill>
                  <a:srgbClr val="1A1A1A"/>
                </a:solidFill>
                <a:latin typeface="Calibri"/>
              </a:rPr>
              <a:t>post</a:t>
            </a:r>
          </a:p>
        </p:txBody>
      </p:sp>
      <p:cxnSp>
        <p:nvCxnSpPr>
          <p:cNvPr id="8" name="Connector 7"/>
          <p:cNvCxnSpPr>
            <a:stCxn id="4" idx="3"/>
            <a:endCxn id="5" idx="1"/>
          </p:cNvCxnSpPr>
          <p:nvPr/>
        </p:nvCxnSpPr>
        <p:spPr>
          <a:xfrm>
            <a:off x="2761488" y="1572768"/>
            <a:ext cx="758952" cy="0"/>
          </a:xfrm>
          <a:prstGeom prst="line">
            <a:avLst/>
          </a:prstGeom>
          <a:ln w="15875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>
            <a:stCxn id="5" idx="3"/>
            <a:endCxn id="6" idx="1"/>
          </p:cNvCxnSpPr>
          <p:nvPr/>
        </p:nvCxnSpPr>
        <p:spPr>
          <a:xfrm>
            <a:off x="5715000" y="1572768"/>
            <a:ext cx="758952" cy="0"/>
          </a:xfrm>
          <a:prstGeom prst="line">
            <a:avLst/>
          </a:prstGeom>
          <a:ln w="15875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>
            <a:stCxn id="6" idx="3"/>
            <a:endCxn id="7" idx="1"/>
          </p:cNvCxnSpPr>
          <p:nvPr/>
        </p:nvCxnSpPr>
        <p:spPr>
          <a:xfrm>
            <a:off x="8668512" y="1572768"/>
            <a:ext cx="758951" cy="0"/>
          </a:xfrm>
          <a:prstGeom prst="line">
            <a:avLst/>
          </a:prstGeom>
          <a:ln w="15875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524743" y="1938528"/>
            <a:ext cx="0" cy="457200"/>
          </a:xfrm>
          <a:prstGeom prst="line">
            <a:avLst/>
          </a:prstGeom>
          <a:ln w="15875">
            <a:solidFill>
              <a:srgbClr val="9A9A9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617720" y="2395728"/>
            <a:ext cx="5907023" cy="0"/>
          </a:xfrm>
          <a:prstGeom prst="line">
            <a:avLst/>
          </a:prstGeom>
          <a:ln w="15875">
            <a:solidFill>
              <a:srgbClr val="9A9A9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617720" y="1938528"/>
            <a:ext cx="0" cy="457200"/>
          </a:xfrm>
          <a:prstGeom prst="line">
            <a:avLst/>
          </a:prstGeom>
          <a:ln w="15875">
            <a:solidFill>
              <a:srgbClr val="9A9A9A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66928" y="243230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6E6E6E"/>
                </a:solidFill>
                <a:latin typeface="Calibri"/>
              </a:rPr>
              <a:t>refine and repeat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3474720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100" b="0">
                <a:solidFill>
                  <a:srgbClr val="AA1E1E"/>
                </a:solidFill>
                <a:latin typeface="Calibri"/>
              </a:rPr>
              <a:t>What does this look like when an LLM is holding the mouse?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206240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Calibri"/>
              </a:rPr>
              <a:t>Three things have to change:</a:t>
            </a:r>
          </a:p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Calibri"/>
              </a:rPr>
              <a:t>1.  Every stage needs a </a:t>
            </a:r>
            <a:r>
              <a:rPr sz="1550" b="1">
                <a:solidFill>
                  <a:srgbClr val="1A1A1A"/>
                </a:solidFill>
                <a:latin typeface="Calibri"/>
              </a:rPr>
              <a:t>JSON-callable signature</a:t>
            </a:r>
            <a:r>
              <a:rPr sz="1550" b="0">
                <a:solidFill>
                  <a:srgbClr val="1A1A1A"/>
                </a:solidFill>
                <a:latin typeface="Calibri"/>
              </a:rPr>
              <a:t>.</a:t>
            </a:r>
          </a:p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Calibri"/>
              </a:rPr>
              <a:t>2.  Objects that can’t cross a JSON boundary (meshes, bases, matrices) need </a:t>
            </a:r>
            <a:r>
              <a:rPr sz="1550" b="1">
                <a:solidFill>
                  <a:srgbClr val="1A1A1A"/>
                </a:solidFill>
                <a:latin typeface="Calibri"/>
              </a:rPr>
              <a:t>handles</a:t>
            </a:r>
            <a:r>
              <a:rPr sz="1550" b="0">
                <a:solidFill>
                  <a:srgbClr val="1A1A1A"/>
                </a:solidFill>
                <a:latin typeface="Calibri"/>
              </a:rPr>
              <a:t>.</a:t>
            </a:r>
          </a:p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Calibri"/>
              </a:rPr>
              <a:t>3.  Every stage needs </a:t>
            </a:r>
            <a:r>
              <a:rPr sz="1550" b="1">
                <a:solidFill>
                  <a:srgbClr val="1A1A1A"/>
                </a:solidFill>
                <a:latin typeface="Calibri"/>
              </a:rPr>
              <a:t>guardrails</a:t>
            </a:r>
            <a:r>
              <a:rPr sz="1550" b="0">
                <a:solidFill>
                  <a:srgbClr val="1A1A1A"/>
                </a:solidFill>
                <a:latin typeface="Calibri"/>
              </a:rPr>
              <a:t>, because the caller is nondeterministic.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526FC-FB65-ED5E-2349-5502E7B28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4696679-CA23-F79D-89C8-C234996A97A0}"/>
              </a:ext>
            </a:extLst>
          </p:cNvPr>
          <p:cNvSpPr txBox="1"/>
          <p:nvPr/>
        </p:nvSpPr>
        <p:spPr>
          <a:xfrm>
            <a:off x="566928" y="274320"/>
            <a:ext cx="11057839" cy="3847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2500" b="1">
                <a:solidFill>
                  <a:srgbClr val="1A1A1A"/>
                </a:solidFill>
                <a:latin typeface="Calibri"/>
              </a:rPr>
              <a:t>Mapping this onto a conventional FEM workflow</a:t>
            </a:r>
            <a:endParaRPr sz="2500" b="1">
              <a:solidFill>
                <a:srgbClr val="1A1A1A"/>
              </a:solidFill>
              <a:latin typeface="Calibri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BA4E6F0-44DD-9B52-C8B0-8A77A672E483}"/>
              </a:ext>
            </a:extLst>
          </p:cNvPr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24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82B0397A-DD33-F31B-6FCE-581A8B42D0E6}"/>
              </a:ext>
            </a:extLst>
          </p:cNvPr>
          <p:cNvSpPr/>
          <p:nvPr/>
        </p:nvSpPr>
        <p:spPr>
          <a:xfrm>
            <a:off x="566928" y="1207008"/>
            <a:ext cx="2194560" cy="731520"/>
          </a:xfrm>
          <a:prstGeom prst="roundRect">
            <a:avLst>
              <a:gd name="adj" fmla="val 10000"/>
            </a:avLst>
          </a:prstGeom>
          <a:solidFill>
            <a:srgbClr val="EDEDED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500" b="1">
                <a:solidFill>
                  <a:srgbClr val="1A1A1A"/>
                </a:solidFill>
                <a:latin typeface="Calibri"/>
              </a:rPr>
              <a:t>CAD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80FDDBB6-5C70-05D8-CD66-F56BADD1111B}"/>
              </a:ext>
            </a:extLst>
          </p:cNvPr>
          <p:cNvSpPr/>
          <p:nvPr/>
        </p:nvSpPr>
        <p:spPr>
          <a:xfrm>
            <a:off x="3520440" y="1207008"/>
            <a:ext cx="2194560" cy="731520"/>
          </a:xfrm>
          <a:prstGeom prst="roundRect">
            <a:avLst>
              <a:gd name="adj" fmla="val 10000"/>
            </a:avLst>
          </a:prstGeom>
          <a:solidFill>
            <a:srgbClr val="E8EEF7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500" b="1">
                <a:solidFill>
                  <a:srgbClr val="1A1A1A"/>
                </a:solidFill>
                <a:latin typeface="Calibri"/>
              </a:rPr>
              <a:t>mesh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526D0620-1737-FA48-E026-B1CDEAC81120}"/>
              </a:ext>
            </a:extLst>
          </p:cNvPr>
          <p:cNvSpPr/>
          <p:nvPr/>
        </p:nvSpPr>
        <p:spPr>
          <a:xfrm>
            <a:off x="6473952" y="1207008"/>
            <a:ext cx="2194560" cy="731520"/>
          </a:xfrm>
          <a:prstGeom prst="roundRect">
            <a:avLst>
              <a:gd name="adj" fmla="val 10000"/>
            </a:avLst>
          </a:prstGeom>
          <a:solidFill>
            <a:srgbClr val="E6F2E6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500" b="1">
                <a:solidFill>
                  <a:srgbClr val="1A1A1A"/>
                </a:solidFill>
                <a:latin typeface="Calibri"/>
              </a:rPr>
              <a:t>solve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768F8E3-7F6A-59DF-87CA-AA43CE401363}"/>
              </a:ext>
            </a:extLst>
          </p:cNvPr>
          <p:cNvSpPr/>
          <p:nvPr/>
        </p:nvSpPr>
        <p:spPr>
          <a:xfrm>
            <a:off x="9427463" y="1207008"/>
            <a:ext cx="2194560" cy="731520"/>
          </a:xfrm>
          <a:prstGeom prst="roundRect">
            <a:avLst>
              <a:gd name="adj" fmla="val 10000"/>
            </a:avLst>
          </a:prstGeom>
          <a:solidFill>
            <a:srgbClr val="FAEDE0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500" b="1">
                <a:solidFill>
                  <a:srgbClr val="1A1A1A"/>
                </a:solidFill>
                <a:latin typeface="Calibri"/>
              </a:rPr>
              <a:t>post</a:t>
            </a:r>
          </a:p>
        </p:txBody>
      </p:sp>
      <p:cxnSp>
        <p:nvCxnSpPr>
          <p:cNvPr id="8" name="Connector 7">
            <a:extLst>
              <a:ext uri="{FF2B5EF4-FFF2-40B4-BE49-F238E27FC236}">
                <a16:creationId xmlns:a16="http://schemas.microsoft.com/office/drawing/2014/main" id="{1B4AE02F-3D84-D92A-D99D-AF2EA990EE50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2761488" y="1572768"/>
            <a:ext cx="758952" cy="0"/>
          </a:xfrm>
          <a:prstGeom prst="line">
            <a:avLst/>
          </a:prstGeom>
          <a:ln w="15875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>
            <a:extLst>
              <a:ext uri="{FF2B5EF4-FFF2-40B4-BE49-F238E27FC236}">
                <a16:creationId xmlns:a16="http://schemas.microsoft.com/office/drawing/2014/main" id="{7C62AD8A-27D8-7E48-8943-C849A83175C6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5715000" y="1572768"/>
            <a:ext cx="758952" cy="0"/>
          </a:xfrm>
          <a:prstGeom prst="line">
            <a:avLst/>
          </a:prstGeom>
          <a:ln w="15875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>
            <a:extLst>
              <a:ext uri="{FF2B5EF4-FFF2-40B4-BE49-F238E27FC236}">
                <a16:creationId xmlns:a16="http://schemas.microsoft.com/office/drawing/2014/main" id="{CF03CF7B-BF27-3011-4739-C179A0FF6A12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8668512" y="1572768"/>
            <a:ext cx="758951" cy="0"/>
          </a:xfrm>
          <a:prstGeom prst="line">
            <a:avLst/>
          </a:prstGeom>
          <a:ln w="15875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>
            <a:extLst>
              <a:ext uri="{FF2B5EF4-FFF2-40B4-BE49-F238E27FC236}">
                <a16:creationId xmlns:a16="http://schemas.microsoft.com/office/drawing/2014/main" id="{CE5AAEEA-D984-26B2-311A-0AB811086752}"/>
              </a:ext>
            </a:extLst>
          </p:cNvPr>
          <p:cNvCxnSpPr/>
          <p:nvPr/>
        </p:nvCxnSpPr>
        <p:spPr>
          <a:xfrm>
            <a:off x="10524743" y="1938528"/>
            <a:ext cx="0" cy="457200"/>
          </a:xfrm>
          <a:prstGeom prst="line">
            <a:avLst/>
          </a:prstGeom>
          <a:ln w="15875">
            <a:solidFill>
              <a:srgbClr val="9A9A9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8BFF260B-674D-C053-4F85-A721166A0D28}"/>
              </a:ext>
            </a:extLst>
          </p:cNvPr>
          <p:cNvCxnSpPr/>
          <p:nvPr/>
        </p:nvCxnSpPr>
        <p:spPr>
          <a:xfrm flipH="1">
            <a:off x="4617720" y="2395728"/>
            <a:ext cx="5907023" cy="0"/>
          </a:xfrm>
          <a:prstGeom prst="line">
            <a:avLst/>
          </a:prstGeom>
          <a:ln w="15875">
            <a:solidFill>
              <a:srgbClr val="9A9A9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>
            <a:extLst>
              <a:ext uri="{FF2B5EF4-FFF2-40B4-BE49-F238E27FC236}">
                <a16:creationId xmlns:a16="http://schemas.microsoft.com/office/drawing/2014/main" id="{DDC9C421-A5C5-7322-CBC3-1D4EE753B71B}"/>
              </a:ext>
            </a:extLst>
          </p:cNvPr>
          <p:cNvCxnSpPr/>
          <p:nvPr/>
        </p:nvCxnSpPr>
        <p:spPr>
          <a:xfrm flipV="1">
            <a:off x="4617720" y="1938528"/>
            <a:ext cx="0" cy="457200"/>
          </a:xfrm>
          <a:prstGeom prst="line">
            <a:avLst/>
          </a:prstGeom>
          <a:ln w="15875">
            <a:solidFill>
              <a:srgbClr val="9A9A9A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E1A7994-8916-B1BC-6F0D-45588ED563C7}"/>
              </a:ext>
            </a:extLst>
          </p:cNvPr>
          <p:cNvSpPr txBox="1"/>
          <p:nvPr/>
        </p:nvSpPr>
        <p:spPr>
          <a:xfrm>
            <a:off x="566928" y="243230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6E6E6E"/>
                </a:solidFill>
                <a:latin typeface="Calibri"/>
              </a:rPr>
              <a:t>refine and repeat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20FC285-2E94-3FBF-842E-5CFD2CDAA8E1}"/>
              </a:ext>
            </a:extLst>
          </p:cNvPr>
          <p:cNvSpPr txBox="1"/>
          <p:nvPr/>
        </p:nvSpPr>
        <p:spPr>
          <a:xfrm>
            <a:off x="566928" y="3474720"/>
            <a:ext cx="11057839" cy="3231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sz="2100" b="0">
                <a:solidFill>
                  <a:srgbClr val="AA1E1E"/>
                </a:solidFill>
                <a:latin typeface="Calibri"/>
              </a:rPr>
              <a:t>Why would we even do this?</a:t>
            </a:r>
            <a:endParaRPr sz="2100" b="0">
              <a:solidFill>
                <a:srgbClr val="AA1E1E"/>
              </a:solidFill>
              <a:latin typeface="Calibri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134B9FA-62A1-2623-6379-13CE87EF399D}"/>
              </a:ext>
            </a:extLst>
          </p:cNvPr>
          <p:cNvSpPr txBox="1"/>
          <p:nvPr/>
        </p:nvSpPr>
        <p:spPr>
          <a:xfrm>
            <a:off x="566928" y="4206240"/>
            <a:ext cx="11057839" cy="200824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lang="en-US" sz="1550" b="0">
                <a:solidFill>
                  <a:srgbClr val="1A1A1A"/>
                </a:solidFill>
                <a:latin typeface="Calibri"/>
              </a:rPr>
              <a:t>A lot of this can be done with simple bash scripts, but not everything and not fast. Some use cases:</a:t>
            </a:r>
            <a:endParaRPr sz="1550" b="0">
              <a:solidFill>
                <a:srgbClr val="1A1A1A"/>
              </a:solidFill>
              <a:latin typeface="Calibri"/>
            </a:endParaRPr>
          </a:p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Calibri"/>
              </a:rPr>
              <a:t>Establishing automatic unit tests for e.g. manufactured solutions, convergence, patch tests, conservation principles</a:t>
            </a:r>
          </a:p>
          <a:p>
            <a:pPr marL="342900" indent="-342900">
              <a:lnSpc>
                <a:spcPct val="100000"/>
              </a:lnSpc>
              <a:spcAft>
                <a:spcPts val="900"/>
              </a:spcAft>
              <a:buAutoNum type="arabicPeriod" startAt="2"/>
            </a:pPr>
            <a:r>
              <a:rPr lang="en-US" sz="1550">
                <a:solidFill>
                  <a:srgbClr val="1A1A1A"/>
                </a:solidFill>
              </a:rPr>
              <a:t>Automating design sweeps over geometry or other conditions</a:t>
            </a:r>
          </a:p>
          <a:p>
            <a:pPr marL="342900" indent="-342900">
              <a:lnSpc>
                <a:spcPct val="100000"/>
              </a:lnSpc>
              <a:spcAft>
                <a:spcPts val="900"/>
              </a:spcAft>
              <a:buAutoNum type="arabicPeriod" startAt="2"/>
            </a:pPr>
            <a:r>
              <a:rPr lang="en-US" sz="1550" b="0">
                <a:solidFill>
                  <a:srgbClr val="1A1A1A"/>
                </a:solidFill>
                <a:latin typeface="Calibri"/>
              </a:rPr>
              <a:t>Generating large quantities of data for training other models</a:t>
            </a:r>
          </a:p>
          <a:p>
            <a:pPr marL="342900" indent="-342900">
              <a:lnSpc>
                <a:spcPct val="100000"/>
              </a:lnSpc>
              <a:spcAft>
                <a:spcPts val="900"/>
              </a:spcAft>
              <a:buAutoNum type="arabicPeriod" startAt="2"/>
            </a:pPr>
            <a:r>
              <a:rPr lang="en-US" sz="1550">
                <a:solidFill>
                  <a:srgbClr val="1A1A1A"/>
                </a:solidFill>
                <a:latin typeface="Calibri"/>
              </a:rPr>
              <a:t>Establishing auditable provenance for high consequence workflows (medicine, aerospace)</a:t>
            </a:r>
          </a:p>
          <a:p>
            <a:pPr marL="342900" indent="-342900">
              <a:lnSpc>
                <a:spcPct val="100000"/>
              </a:lnSpc>
              <a:spcAft>
                <a:spcPts val="900"/>
              </a:spcAft>
              <a:buAutoNum type="arabicPeriod" startAt="2"/>
            </a:pPr>
            <a:r>
              <a:rPr lang="en-US" sz="1550">
                <a:solidFill>
                  <a:srgbClr val="1A1A1A"/>
                </a:solidFill>
                <a:latin typeface="Calibri"/>
              </a:rPr>
              <a:t>Making real-time decisions augmented with simulation in fast-paced environments (defense, surgery)</a:t>
            </a:r>
            <a:endParaRPr sz="1550" b="0">
              <a:solidFill>
                <a:srgbClr val="1A1A1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7278348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The zoo, on one slide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25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34440"/>
          <a:ext cx="11057836" cy="250850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882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232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349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82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232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82296" marR="54864" marT="27432" marB="27432" anchor="ctr">
                    <a:solidFill>
                      <a:srgbClr val="ECEF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Control flow</a:t>
                      </a:r>
                    </a:p>
                  </a:txBody>
                  <a:tcPr marL="82296" marR="54864" marT="27432" marB="27432" anchor="ctr">
                    <a:solidFill>
                      <a:srgbClr val="ECEF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Lookahead</a:t>
                      </a:r>
                    </a:p>
                  </a:txBody>
                  <a:tcPr marL="82296" marR="54864" marT="27432" marB="27432" anchor="ctr">
                    <a:solidFill>
                      <a:srgbClr val="ECEF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Roles</a:t>
                      </a:r>
                    </a:p>
                  </a:txBody>
                  <a:tcPr marL="82296" marR="54864" marT="27432" marB="27432" anchor="ctr">
                    <a:solidFill>
                      <a:srgbClr val="ECEF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Reach for it when</a:t>
                      </a:r>
                    </a:p>
                  </a:txBody>
                  <a:tcPr marL="82296" marR="54864" marT="27432" marB="27432" anchor="ctr">
                    <a:solidFill>
                      <a:srgbClr val="ECEF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ReAct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model, step by step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one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open-ended, errors cheap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LangGraph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you, as a graph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many, fixed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you need guarantees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AutoGen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emergent, via chat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many, fluid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expertise must collide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MPC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simulator ranks plans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1">
                          <a:solidFill>
                            <a:srgbClr val="1A1A1A"/>
                          </a:solidFill>
                          <a:latin typeface="Calibri"/>
                        </a:rPr>
                        <a:t>N</a:t>
                      </a:r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 steps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one + model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wrong actions are costly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MCP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1">
                          <a:solidFill>
                            <a:srgbClr val="1A1A1A"/>
                          </a:solidFill>
                          <a:latin typeface="Calibri"/>
                        </a:rPr>
                        <a:t>orthogonal</a:t>
                      </a:r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 — how tools reach the agent, not how it decides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977639"/>
            <a:ext cx="11057839" cy="94641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Calibri"/>
              </a:rPr>
              <a:t>For each of these the sample code focuses on getting you a baseline that runs easily in Colab that you can hack on top of.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550" b="0">
                <a:solidFill>
                  <a:srgbClr val="1A1A1A"/>
                </a:solidFill>
                <a:latin typeface="Calibri"/>
              </a:rPr>
              <a:t>the </a:t>
            </a:r>
            <a:r>
              <a:rPr sz="1550" b="1">
                <a:solidFill>
                  <a:srgbClr val="1A1A1A"/>
                </a:solidFill>
                <a:latin typeface="Calibri"/>
              </a:rPr>
              <a:t>syntax</a:t>
            </a:r>
            <a:r>
              <a:rPr sz="1550" b="0">
                <a:solidFill>
                  <a:srgbClr val="1A1A1A"/>
                </a:solidFill>
                <a:latin typeface="Calibri"/>
              </a:rPr>
              <a:t> — what the code actually looks like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lang="en-US" sz="1550" b="0">
                <a:solidFill>
                  <a:srgbClr val="1A1A1A"/>
                </a:solidFill>
                <a:latin typeface="Calibri"/>
              </a:rPr>
              <a:t>An </a:t>
            </a:r>
            <a:r>
              <a:rPr lang="en-US" sz="1550" b="1">
                <a:solidFill>
                  <a:srgbClr val="1A1A1A"/>
                </a:solidFill>
                <a:latin typeface="Calibri"/>
              </a:rPr>
              <a:t>exemplar – </a:t>
            </a:r>
            <a:r>
              <a:rPr lang="en-US" sz="1550">
                <a:solidFill>
                  <a:srgbClr val="1A1A1A"/>
                </a:solidFill>
                <a:latin typeface="Calibri"/>
              </a:rPr>
              <a:t>sometimes trite! Many of these patterns really only make sense at scale and I used minimal complexity examples</a:t>
            </a:r>
            <a:endParaRPr sz="1550" b="0">
              <a:solidFill>
                <a:srgbClr val="1A1A1A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651760"/>
            <a:ext cx="1105783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1A1A1A"/>
                </a:solidFill>
                <a:latin typeface="Calibri"/>
              </a:rPr>
              <a:t>Pattern 1 — ReAct</a:t>
            </a:r>
          </a:p>
          <a:p>
            <a:pPr algn="ctr">
              <a:spcBef>
                <a:spcPts val="1000"/>
              </a:spcBef>
            </a:pPr>
            <a:r>
              <a:rPr sz="1700" b="0">
                <a:solidFill>
                  <a:srgbClr val="6E6E6E"/>
                </a:solidFill>
                <a:latin typeface="Calibri"/>
              </a:rPr>
              <a:t>the model owns control flow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394960" y="2395728"/>
            <a:ext cx="1399032" cy="0"/>
          </a:xfrm>
          <a:prstGeom prst="line">
            <a:avLst/>
          </a:prstGeom>
          <a:ln w="31750">
            <a:solidFill>
              <a:srgbClr val="AA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ReAct — syntax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27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11057839" cy="2308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No </a:t>
            </a:r>
            <a:r>
              <a:rPr lang="en-US" sz="1500" b="0">
                <a:solidFill>
                  <a:srgbClr val="1A1A1A"/>
                </a:solidFill>
                <a:latin typeface="Calibri"/>
              </a:rPr>
              <a:t>library needed – we can implement this ourselves using a</a:t>
            </a:r>
            <a:r>
              <a:rPr sz="1500" b="0">
                <a:solidFill>
                  <a:srgbClr val="1A1A1A"/>
                </a:solidFill>
                <a:latin typeface="Calibri"/>
              </a:rPr>
              <a:t> </a:t>
            </a:r>
            <a:r>
              <a:rPr sz="1350" b="0">
                <a:solidFill>
                  <a:srgbClr val="1A1A1A"/>
                </a:solidFill>
                <a:latin typeface="Consolas"/>
              </a:rPr>
              <a:t>for</a:t>
            </a:r>
            <a:r>
              <a:rPr sz="1500" b="0">
                <a:solidFill>
                  <a:srgbClr val="1A1A1A"/>
                </a:solidFill>
                <a:latin typeface="Calibri"/>
              </a:rPr>
              <a:t> loop and a dispatch table.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08760"/>
            <a:ext cx="11057839" cy="3822192"/>
          </a:xfrm>
          <a:prstGeom prst="roundRect">
            <a:avLst>
              <a:gd name="adj" fmla="val 3000"/>
            </a:avLst>
          </a:prstGeom>
          <a:solidFill>
            <a:srgbClr val="F7F7F7"/>
          </a:solidFill>
          <a:ln w="9525"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128016" rIns="73152" bIns="128016" rtlCol="0" anchor="t"/>
          <a:lstStyle/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contents = [user_prompt]</a:t>
            </a: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005AA0"/>
                </a:solidFill>
                <a:latin typeface="Consolas"/>
              </a:rPr>
              <a:t>for</a:t>
            </a:r>
            <a:r>
              <a:rPr sz="1200" i="0">
                <a:solidFill>
                  <a:srgbClr val="1A1A1A"/>
                </a:solidFill>
                <a:latin typeface="Consolas"/>
              </a:rPr>
              <a:t> step </a:t>
            </a:r>
            <a:r>
              <a:rPr sz="1200" i="0">
                <a:solidFill>
                  <a:srgbClr val="005AA0"/>
                </a:solidFill>
                <a:latin typeface="Consolas"/>
              </a:rPr>
              <a:t>in</a:t>
            </a:r>
            <a:r>
              <a:rPr sz="1200" i="0">
                <a:solidFill>
                  <a:srgbClr val="1A1A1A"/>
                </a:solidFill>
                <a:latin typeface="Consolas"/>
              </a:rPr>
              <a:t> range(max_steps):</a:t>
            </a: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    resp = client.models.generate_content(</a:t>
            </a: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        model=MODEL, contents=contents,</a:t>
            </a: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        config=GenerateContentConfig(</a:t>
            </a: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            system_instruction=system_prompt,</a:t>
            </a: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            tools=[Tool(function_declarations=tool_schemas)]))</a:t>
            </a: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    contents.append(resp.candidates[0].content)</a:t>
            </a:r>
          </a:p>
          <a:p>
            <a:pPr algn="l">
              <a:lnSpc>
                <a:spcPct val="106000"/>
              </a:lnSpc>
            </a:pPr>
            <a:endParaRPr sz="1200" i="0">
              <a:solidFill>
                <a:srgbClr val="1A1A1A"/>
              </a:solidFill>
              <a:latin typeface="Consolas"/>
            </a:endParaRP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    calls = [p.function_call </a:t>
            </a:r>
            <a:r>
              <a:rPr sz="1200" i="0">
                <a:solidFill>
                  <a:srgbClr val="005AA0"/>
                </a:solidFill>
                <a:latin typeface="Consolas"/>
              </a:rPr>
              <a:t>for</a:t>
            </a:r>
            <a:r>
              <a:rPr sz="1200" i="0">
                <a:solidFill>
                  <a:srgbClr val="1A1A1A"/>
                </a:solidFill>
                <a:latin typeface="Consolas"/>
              </a:rPr>
              <a:t> p </a:t>
            </a:r>
            <a:r>
              <a:rPr sz="1200" i="0">
                <a:solidFill>
                  <a:srgbClr val="005AA0"/>
                </a:solidFill>
                <a:latin typeface="Consolas"/>
              </a:rPr>
              <a:t>in</a:t>
            </a:r>
            <a:r>
              <a:rPr sz="1200" i="0">
                <a:solidFill>
                  <a:srgbClr val="1A1A1A"/>
                </a:solidFill>
                <a:latin typeface="Consolas"/>
              </a:rPr>
              <a:t> resp.candidates[0].content.parts</a:t>
            </a: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             </a:t>
            </a:r>
            <a:r>
              <a:rPr sz="1200" i="0">
                <a:solidFill>
                  <a:srgbClr val="005AA0"/>
                </a:solidFill>
                <a:latin typeface="Consolas"/>
              </a:rPr>
              <a:t>if</a:t>
            </a:r>
            <a:r>
              <a:rPr sz="1200" i="0">
                <a:solidFill>
                  <a:srgbClr val="1A1A1A"/>
                </a:solidFill>
                <a:latin typeface="Consolas"/>
              </a:rPr>
              <a:t> p.function_call]</a:t>
            </a: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    </a:t>
            </a:r>
            <a:r>
              <a:rPr sz="1200" i="0">
                <a:solidFill>
                  <a:srgbClr val="005AA0"/>
                </a:solidFill>
                <a:latin typeface="Consolas"/>
              </a:rPr>
              <a:t>if</a:t>
            </a:r>
            <a:r>
              <a:rPr sz="1200" i="0">
                <a:solidFill>
                  <a:srgbClr val="1A1A1A"/>
                </a:solidFill>
                <a:latin typeface="Consolas"/>
              </a:rPr>
              <a:t> </a:t>
            </a:r>
            <a:r>
              <a:rPr sz="1200" i="0">
                <a:solidFill>
                  <a:srgbClr val="005AA0"/>
                </a:solidFill>
                <a:latin typeface="Consolas"/>
              </a:rPr>
              <a:t>not</a:t>
            </a:r>
            <a:r>
              <a:rPr sz="1200" i="0">
                <a:solidFill>
                  <a:srgbClr val="1A1A1A"/>
                </a:solidFill>
                <a:latin typeface="Consolas"/>
              </a:rPr>
              <a:t> calls:</a:t>
            </a: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        </a:t>
            </a:r>
            <a:r>
              <a:rPr sz="1200" i="0">
                <a:solidFill>
                  <a:srgbClr val="005AA0"/>
                </a:solidFill>
                <a:latin typeface="Consolas"/>
              </a:rPr>
              <a:t>return</a:t>
            </a:r>
            <a:r>
              <a:rPr sz="1200" i="0">
                <a:solidFill>
                  <a:srgbClr val="1A1A1A"/>
                </a:solidFill>
                <a:latin typeface="Consolas"/>
              </a:rPr>
              <a:t> resp.text                       </a:t>
            </a:r>
            <a:r>
              <a:rPr sz="1200" i="1">
                <a:solidFill>
                  <a:srgbClr val="787878"/>
                </a:solidFill>
                <a:latin typeface="Consolas"/>
              </a:rPr>
              <a:t># final answer</a:t>
            </a:r>
          </a:p>
          <a:p>
            <a:pPr algn="l">
              <a:lnSpc>
                <a:spcPct val="106000"/>
              </a:lnSpc>
            </a:pPr>
            <a:endParaRPr sz="1200" i="1">
              <a:solidFill>
                <a:srgbClr val="787878"/>
              </a:solidFill>
              <a:latin typeface="Consolas"/>
            </a:endParaRP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    </a:t>
            </a:r>
            <a:r>
              <a:rPr sz="1200" i="0">
                <a:solidFill>
                  <a:srgbClr val="005AA0"/>
                </a:solidFill>
                <a:latin typeface="Consolas"/>
              </a:rPr>
              <a:t>for</a:t>
            </a:r>
            <a:r>
              <a:rPr sz="1200" i="0">
                <a:solidFill>
                  <a:srgbClr val="1A1A1A"/>
                </a:solidFill>
                <a:latin typeface="Consolas"/>
              </a:rPr>
              <a:t> fc </a:t>
            </a:r>
            <a:r>
              <a:rPr sz="1200" i="0">
                <a:solidFill>
                  <a:srgbClr val="005AA0"/>
                </a:solidFill>
                <a:latin typeface="Consolas"/>
              </a:rPr>
              <a:t>in</a:t>
            </a:r>
            <a:r>
              <a:rPr sz="1200" i="0">
                <a:solidFill>
                  <a:srgbClr val="1A1A1A"/>
                </a:solidFill>
                <a:latin typeface="Consolas"/>
              </a:rPr>
              <a:t> calls:</a:t>
            </a: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        result = tool_fns[fc.name](**dict(fc.args))</a:t>
            </a: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        contents.append(Part.from_function_response(</a:t>
            </a: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            name=fc.name, response=result))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623560"/>
            <a:ext cx="11057839" cy="200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Dependencies: one SDK.  State: the </a:t>
            </a:r>
            <a:r>
              <a:rPr sz="1150" b="0">
                <a:solidFill>
                  <a:srgbClr val="1A1A1A"/>
                </a:solidFill>
                <a:latin typeface="Consolas"/>
              </a:rPr>
              <a:t>contents</a:t>
            </a:r>
            <a:r>
              <a:rPr sz="1300" b="0">
                <a:solidFill>
                  <a:srgbClr val="1A1A1A"/>
                </a:solidFill>
                <a:latin typeface="Calibri"/>
              </a:rPr>
              <a:t> list..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ReAct — exemplar: adaptive mesh refinement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28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6492240" cy="269304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450" b="1">
                <a:solidFill>
                  <a:srgbClr val="1A1A1A"/>
                </a:solidFill>
                <a:latin typeface="Calibri"/>
              </a:rPr>
              <a:t>Why </a:t>
            </a:r>
            <a:r>
              <a:rPr sz="1450" b="1" err="1">
                <a:solidFill>
                  <a:srgbClr val="1A1A1A"/>
                </a:solidFill>
                <a:latin typeface="Calibri"/>
              </a:rPr>
              <a:t>ReAct</a:t>
            </a:r>
            <a:r>
              <a:rPr sz="1450" b="1">
                <a:solidFill>
                  <a:srgbClr val="1A1A1A"/>
                </a:solidFill>
                <a:latin typeface="Calibri"/>
              </a:rPr>
              <a:t> is the right call here: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450" b="0">
                <a:solidFill>
                  <a:srgbClr val="1A1A1A"/>
                </a:solidFill>
                <a:latin typeface="Calibri"/>
              </a:rPr>
              <a:t>The number of refinement cycles is </a:t>
            </a:r>
            <a:r>
              <a:rPr sz="1450" b="1">
                <a:solidFill>
                  <a:srgbClr val="AA1E1E"/>
                </a:solidFill>
                <a:latin typeface="Calibri"/>
              </a:rPr>
              <a:t>not knowable in advance</a:t>
            </a:r>
            <a:r>
              <a:rPr sz="1450" b="0">
                <a:solidFill>
                  <a:srgbClr val="1A1A1A"/>
                </a:solidFill>
                <a:latin typeface="Calibri"/>
              </a:rPr>
              <a:t> — it depends on observed error.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450" b="0">
                <a:solidFill>
                  <a:srgbClr val="1A1A1A"/>
                </a:solidFill>
                <a:latin typeface="Calibri"/>
              </a:rPr>
              <a:t>Every action is </a:t>
            </a:r>
            <a:r>
              <a:rPr sz="1450" b="1">
                <a:solidFill>
                  <a:srgbClr val="AA1E1E"/>
                </a:solidFill>
                <a:latin typeface="Calibri"/>
              </a:rPr>
              <a:t>cheap and recoverable</a:t>
            </a:r>
            <a:r>
              <a:rPr sz="1450" b="0">
                <a:solidFill>
                  <a:srgbClr val="1A1A1A"/>
                </a:solidFill>
                <a:latin typeface="Calibri"/>
              </a:rPr>
              <a:t>: a bad refinement just makes a mesh you discard</a:t>
            </a:r>
            <a:r>
              <a:rPr lang="en-US" sz="1450" b="0">
                <a:solidFill>
                  <a:srgbClr val="1A1A1A"/>
                </a:solidFill>
                <a:latin typeface="Calibri"/>
              </a:rPr>
              <a:t> (not OK in &gt; 2D!)</a:t>
            </a:r>
            <a:r>
              <a:rPr sz="1450" b="0">
                <a:solidFill>
                  <a:srgbClr val="1A1A1A"/>
                </a:solidFill>
                <a:latin typeface="Calibri"/>
              </a:rPr>
              <a:t>.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450" b="0">
                <a:solidFill>
                  <a:srgbClr val="1A1A1A"/>
                </a:solidFill>
                <a:latin typeface="Calibri"/>
              </a:rPr>
              <a:t>The model must </a:t>
            </a:r>
            <a:r>
              <a:rPr sz="1450" b="1">
                <a:solidFill>
                  <a:srgbClr val="AA1E1E"/>
                </a:solidFill>
                <a:latin typeface="Calibri"/>
              </a:rPr>
              <a:t>react to observations</a:t>
            </a:r>
            <a:r>
              <a:rPr sz="1450" b="0">
                <a:solidFill>
                  <a:srgbClr val="1A1A1A"/>
                </a:solidFill>
                <a:latin typeface="Calibri"/>
              </a:rPr>
              <a:t> it could not have predicted (the error estimate after each solve).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450" b="0">
                <a:solidFill>
                  <a:srgbClr val="1A1A1A"/>
                </a:solidFill>
                <a:latin typeface="Calibri"/>
              </a:rPr>
              <a:t>The tool surface is </a:t>
            </a:r>
            <a:r>
              <a:rPr sz="1450" b="1">
                <a:solidFill>
                  <a:srgbClr val="AA1E1E"/>
                </a:solidFill>
                <a:latin typeface="Calibri"/>
              </a:rPr>
              <a:t>small</a:t>
            </a:r>
            <a:r>
              <a:rPr sz="1450" b="0">
                <a:solidFill>
                  <a:srgbClr val="1A1A1A"/>
                </a:solidFill>
                <a:latin typeface="Calibri"/>
              </a:rPr>
              <a:t> — six tools.</a:t>
            </a:r>
          </a:p>
          <a:p>
            <a:r>
              <a:rPr sz="700"/>
              <a:t> </a:t>
            </a:r>
          </a:p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450" b="0">
                <a:solidFill>
                  <a:srgbClr val="1A1A1A"/>
                </a:solidFill>
                <a:latin typeface="Calibri"/>
              </a:rPr>
              <a:t>Greedy, one-step-at-a-time decision making </a:t>
            </a:r>
            <a:r>
              <a:rPr lang="en-US" sz="1450" b="0">
                <a:solidFill>
                  <a:srgbClr val="1A1A1A"/>
                </a:solidFill>
                <a:latin typeface="Calibri"/>
              </a:rPr>
              <a:t>makes this the right framework.</a:t>
            </a:r>
            <a:endParaRPr sz="1450" b="0">
              <a:solidFill>
                <a:srgbClr val="1A1A1A"/>
              </a:solidFill>
              <a:latin typeface="Calibri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7818120" y="1417320"/>
            <a:ext cx="2651760" cy="502920"/>
          </a:xfrm>
          <a:prstGeom prst="roundRect">
            <a:avLst>
              <a:gd name="adj" fmla="val 10000"/>
            </a:avLst>
          </a:prstGeom>
          <a:solidFill>
            <a:srgbClr val="E8EEF7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150" b="0">
                <a:solidFill>
                  <a:srgbClr val="1A1A1A"/>
                </a:solidFill>
                <a:latin typeface="Calibri"/>
              </a:rPr>
              <a:t>solve_poisson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18120" y="2240280"/>
            <a:ext cx="2651760" cy="502920"/>
          </a:xfrm>
          <a:prstGeom prst="roundRect">
            <a:avLst>
              <a:gd name="adj" fmla="val 10000"/>
            </a:avLst>
          </a:prstGeom>
          <a:solidFill>
            <a:srgbClr val="E8EEF7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150" b="0">
                <a:solidFill>
                  <a:srgbClr val="1A1A1A"/>
                </a:solidFill>
                <a:latin typeface="Calibri"/>
              </a:rPr>
              <a:t>local_indicators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18120" y="3063240"/>
            <a:ext cx="2651760" cy="502920"/>
          </a:xfrm>
          <a:prstGeom prst="roundRect">
            <a:avLst>
              <a:gd name="adj" fmla="val 10000"/>
            </a:avLst>
          </a:prstGeom>
          <a:solidFill>
            <a:srgbClr val="E8EEF7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150" b="0">
                <a:solidFill>
                  <a:srgbClr val="1A1A1A"/>
                </a:solidFill>
                <a:latin typeface="Calibri"/>
              </a:rPr>
              <a:t>refine_by_threshold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4160520"/>
            <a:ext cx="2651760" cy="502920"/>
          </a:xfrm>
          <a:prstGeom prst="roundRect">
            <a:avLst>
              <a:gd name="adj" fmla="val 10000"/>
            </a:avLst>
          </a:prstGeom>
          <a:solidFill>
            <a:srgbClr val="EDEDED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150" b="0">
                <a:solidFill>
                  <a:srgbClr val="1A1A1A"/>
                </a:solidFill>
                <a:latin typeface="Calibri"/>
              </a:rPr>
              <a:t>stop</a:t>
            </a:r>
          </a:p>
        </p:txBody>
      </p:sp>
      <p:cxnSp>
        <p:nvCxnSpPr>
          <p:cNvPr id="9" name="Connector 8"/>
          <p:cNvCxnSpPr>
            <a:stCxn id="5" idx="2"/>
            <a:endCxn id="6" idx="0"/>
          </p:cNvCxnSpPr>
          <p:nvPr/>
        </p:nvCxnSpPr>
        <p:spPr>
          <a:xfrm flipH="1">
            <a:off x="9144000" y="1920240"/>
            <a:ext cx="0" cy="320040"/>
          </a:xfrm>
          <a:prstGeom prst="line">
            <a:avLst/>
          </a:prstGeom>
          <a:ln w="15875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>
            <a:stCxn id="6" idx="2"/>
            <a:endCxn id="7" idx="0"/>
          </p:cNvCxnSpPr>
          <p:nvPr/>
        </p:nvCxnSpPr>
        <p:spPr>
          <a:xfrm flipH="1">
            <a:off x="9144000" y="2743200"/>
            <a:ext cx="0" cy="320040"/>
          </a:xfrm>
          <a:prstGeom prst="line">
            <a:avLst/>
          </a:prstGeom>
          <a:ln w="15875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stCxn id="7" idx="2"/>
            <a:endCxn id="8" idx="0"/>
          </p:cNvCxnSpPr>
          <p:nvPr/>
        </p:nvCxnSpPr>
        <p:spPr>
          <a:xfrm flipH="1">
            <a:off x="9144000" y="3566160"/>
            <a:ext cx="0" cy="594360"/>
          </a:xfrm>
          <a:prstGeom prst="line">
            <a:avLst/>
          </a:prstGeom>
          <a:ln w="15875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543800" y="1664208"/>
            <a:ext cx="0" cy="1645920"/>
          </a:xfrm>
          <a:prstGeom prst="bentConnector3">
            <a:avLst/>
          </a:prstGeom>
          <a:ln w="15875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7543800" y="3310128"/>
            <a:ext cx="274320" cy="0"/>
          </a:xfrm>
          <a:prstGeom prst="line">
            <a:avLst/>
          </a:prstGeom>
          <a:ln w="15875">
            <a:solidFill>
              <a:srgbClr val="6E6E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543800" y="1664208"/>
            <a:ext cx="274320" cy="0"/>
          </a:xfrm>
          <a:prstGeom prst="line">
            <a:avLst/>
          </a:prstGeom>
          <a:ln w="15875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00800" y="233172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6E6E6E"/>
                </a:solidFill>
                <a:latin typeface="Calibri"/>
              </a:rPr>
              <a:t>loop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3675887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6E6E6E"/>
                </a:solidFill>
                <a:latin typeface="Calibri"/>
              </a:rPr>
              <a:t>tol met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489204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50" b="0" i="1">
                <a:solidFill>
                  <a:srgbClr val="6E6E6E"/>
                </a:solidFill>
                <a:latin typeface="Calibri"/>
              </a:rPr>
              <a:t>The model chooses the arrow to take at every step. Nothing in the code forces this order.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651760"/>
            <a:ext cx="11057839" cy="1066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1A1A1A"/>
                </a:solidFill>
                <a:latin typeface="Calibri"/>
              </a:rPr>
              <a:t>Pattern 2 — Graphs (</a:t>
            </a:r>
            <a:r>
              <a:rPr sz="3800" b="1" err="1">
                <a:solidFill>
                  <a:srgbClr val="1A1A1A"/>
                </a:solidFill>
                <a:latin typeface="Calibri"/>
              </a:rPr>
              <a:t>LangGraph</a:t>
            </a:r>
            <a:r>
              <a:rPr sz="3800" b="1">
                <a:solidFill>
                  <a:srgbClr val="1A1A1A"/>
                </a:solidFill>
                <a:latin typeface="Calibri"/>
              </a:rPr>
              <a:t>)</a:t>
            </a:r>
          </a:p>
          <a:p>
            <a:pPr algn="ctr">
              <a:spcBef>
                <a:spcPts val="1000"/>
              </a:spcBef>
            </a:pPr>
            <a:r>
              <a:rPr sz="1700" b="0">
                <a:solidFill>
                  <a:srgbClr val="6E6E6E"/>
                </a:solidFill>
                <a:latin typeface="Calibri"/>
              </a:rPr>
              <a:t>you own </a:t>
            </a:r>
            <a:r>
              <a:rPr lang="en-US" sz="1700" b="0">
                <a:solidFill>
                  <a:srgbClr val="6E6E6E"/>
                </a:solidFill>
                <a:latin typeface="Calibri"/>
              </a:rPr>
              <a:t>the </a:t>
            </a:r>
            <a:r>
              <a:rPr sz="1700" b="0">
                <a:solidFill>
                  <a:srgbClr val="6E6E6E"/>
                </a:solidFill>
                <a:latin typeface="Calibri"/>
              </a:rPr>
              <a:t>control flow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394960" y="2395728"/>
            <a:ext cx="1399032" cy="0"/>
          </a:xfrm>
          <a:prstGeom prst="line">
            <a:avLst/>
          </a:prstGeom>
          <a:ln w="31750">
            <a:solidFill>
              <a:srgbClr val="AA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LangGraph — syntax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30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450" b="0">
                <a:solidFill>
                  <a:srgbClr val="1A1A1A"/>
                </a:solidFill>
                <a:latin typeface="Calibri"/>
              </a:rPr>
              <a:t>You declare a typed state, nodes that transform it, and edges. The LLM fills in nodes; </a:t>
            </a:r>
            <a:r>
              <a:rPr sz="1450" b="0" i="1">
                <a:solidFill>
                  <a:srgbClr val="1A1A1A"/>
                </a:solidFill>
                <a:latin typeface="Calibri"/>
              </a:rPr>
              <a:t>the graph</a:t>
            </a:r>
            <a:r>
              <a:rPr sz="1450" b="0">
                <a:solidFill>
                  <a:srgbClr val="1A1A1A"/>
                </a:solidFill>
                <a:latin typeface="Calibri"/>
              </a:rPr>
              <a:t> decides what runs next.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737360"/>
            <a:ext cx="11057839" cy="4812792"/>
          </a:xfrm>
          <a:prstGeom prst="roundRect">
            <a:avLst>
              <a:gd name="adj" fmla="val 3000"/>
            </a:avLst>
          </a:prstGeom>
          <a:solidFill>
            <a:srgbClr val="F7F7F7"/>
          </a:solidFill>
          <a:ln w="9525"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128016" rIns="73152" bIns="128016" rtlCol="0" anchor="t"/>
          <a:lstStyle/>
          <a:p>
            <a:pPr algn="l">
              <a:lnSpc>
                <a:spcPct val="106000"/>
              </a:lnSpc>
            </a:pPr>
            <a:r>
              <a:rPr sz="1150" i="0">
                <a:solidFill>
                  <a:srgbClr val="005AA0"/>
                </a:solidFill>
                <a:latin typeface="Consolas"/>
              </a:rPr>
              <a:t>from</a:t>
            </a:r>
            <a:r>
              <a:rPr sz="1150" i="0">
                <a:solidFill>
                  <a:srgbClr val="1A1A1A"/>
                </a:solidFill>
                <a:latin typeface="Consolas"/>
              </a:rPr>
              <a:t> langgraph.graph </a:t>
            </a:r>
            <a:r>
              <a:rPr sz="1150" i="0">
                <a:solidFill>
                  <a:srgbClr val="005AA0"/>
                </a:solidFill>
                <a:latin typeface="Consolas"/>
              </a:rPr>
              <a:t>import</a:t>
            </a:r>
            <a:r>
              <a:rPr sz="1150" i="0">
                <a:solidFill>
                  <a:srgbClr val="1A1A1A"/>
                </a:solidFill>
                <a:latin typeface="Consolas"/>
              </a:rPr>
              <a:t> StateGraph, END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005AA0"/>
                </a:solidFill>
                <a:latin typeface="Consolas"/>
              </a:rPr>
              <a:t>from</a:t>
            </a:r>
            <a:r>
              <a:rPr sz="1150" i="0">
                <a:solidFill>
                  <a:srgbClr val="1A1A1A"/>
                </a:solidFill>
                <a:latin typeface="Consolas"/>
              </a:rPr>
              <a:t> typing </a:t>
            </a:r>
            <a:r>
              <a:rPr sz="1150" i="0">
                <a:solidFill>
                  <a:srgbClr val="005AA0"/>
                </a:solidFill>
                <a:latin typeface="Consolas"/>
              </a:rPr>
              <a:t>import</a:t>
            </a:r>
            <a:r>
              <a:rPr sz="1150" i="0">
                <a:solidFill>
                  <a:srgbClr val="1A1A1A"/>
                </a:solidFill>
                <a:latin typeface="Consolas"/>
              </a:rPr>
              <a:t> TypedDict</a:t>
            </a:r>
          </a:p>
          <a:p>
            <a:pPr algn="l">
              <a:lnSpc>
                <a:spcPct val="106000"/>
              </a:lnSpc>
            </a:pPr>
            <a:endParaRPr sz="1150" i="0">
              <a:solidFill>
                <a:srgbClr val="1A1A1A"/>
              </a:solidFill>
              <a:latin typeface="Consolas"/>
            </a:endParaRP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005AA0"/>
                </a:solidFill>
                <a:latin typeface="Consolas"/>
              </a:rPr>
              <a:t>class</a:t>
            </a:r>
            <a:r>
              <a:rPr sz="1150" i="0">
                <a:solidFill>
                  <a:srgbClr val="1A1A1A"/>
                </a:solidFill>
                <a:latin typeface="Consolas"/>
              </a:rPr>
              <a:t> S(TypedDict):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    mesh_id: int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    error: float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    attempts: int</a:t>
            </a:r>
          </a:p>
          <a:p>
            <a:pPr algn="l">
              <a:lnSpc>
                <a:spcPct val="106000"/>
              </a:lnSpc>
            </a:pPr>
            <a:endParaRPr sz="1150" i="0">
              <a:solidFill>
                <a:srgbClr val="1A1A1A"/>
              </a:solidFill>
              <a:latin typeface="Consolas"/>
            </a:endParaRP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005AA0"/>
                </a:solidFill>
                <a:latin typeface="Consolas"/>
              </a:rPr>
              <a:t>def</a:t>
            </a:r>
            <a:r>
              <a:rPr sz="1150" i="0">
                <a:solidFill>
                  <a:srgbClr val="1A1A1A"/>
                </a:solidFill>
                <a:latin typeface="Consolas"/>
              </a:rPr>
              <a:t> solve(s):  </a:t>
            </a:r>
            <a:r>
              <a:rPr sz="1150" i="0">
                <a:solidFill>
                  <a:srgbClr val="005AA0"/>
                </a:solidFill>
                <a:latin typeface="Consolas"/>
              </a:rPr>
              <a:t>return</a:t>
            </a:r>
            <a:r>
              <a:rPr sz="1150" i="0">
                <a:solidFill>
                  <a:srgbClr val="1A1A1A"/>
                </a:solidFill>
                <a:latin typeface="Consolas"/>
              </a:rPr>
              <a:t> {</a:t>
            </a:r>
            <a:r>
              <a:rPr sz="1150" i="0">
                <a:solidFill>
                  <a:srgbClr val="8C3C14"/>
                </a:solidFill>
                <a:latin typeface="Consolas"/>
              </a:rPr>
              <a:t>"error"</a:t>
            </a:r>
            <a:r>
              <a:rPr sz="1150" i="0">
                <a:solidFill>
                  <a:srgbClr val="1A1A1A"/>
                </a:solidFill>
                <a:latin typeface="Consolas"/>
              </a:rPr>
              <a:t>: run_solver(s[</a:t>
            </a:r>
            <a:r>
              <a:rPr sz="1150" i="0">
                <a:solidFill>
                  <a:srgbClr val="8C3C14"/>
                </a:solidFill>
                <a:latin typeface="Consolas"/>
              </a:rPr>
              <a:t>"mesh_id"</a:t>
            </a:r>
            <a:r>
              <a:rPr sz="1150" i="0">
                <a:solidFill>
                  <a:srgbClr val="1A1A1A"/>
                </a:solidFill>
                <a:latin typeface="Consolas"/>
              </a:rPr>
              <a:t>]), ...}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005AA0"/>
                </a:solidFill>
                <a:latin typeface="Consolas"/>
              </a:rPr>
              <a:t>def</a:t>
            </a:r>
            <a:r>
              <a:rPr sz="1150" i="0">
                <a:solidFill>
                  <a:srgbClr val="1A1A1A"/>
                </a:solidFill>
                <a:latin typeface="Consolas"/>
              </a:rPr>
              <a:t> refine(s): </a:t>
            </a:r>
            <a:r>
              <a:rPr sz="1150" i="0">
                <a:solidFill>
                  <a:srgbClr val="005AA0"/>
                </a:solidFill>
                <a:latin typeface="Consolas"/>
              </a:rPr>
              <a:t>return</a:t>
            </a:r>
            <a:r>
              <a:rPr sz="1150" i="0">
                <a:solidFill>
                  <a:srgbClr val="1A1A1A"/>
                </a:solidFill>
                <a:latin typeface="Consolas"/>
              </a:rPr>
              <a:t> {</a:t>
            </a:r>
            <a:r>
              <a:rPr sz="1150" i="0">
                <a:solidFill>
                  <a:srgbClr val="8C3C14"/>
                </a:solidFill>
                <a:latin typeface="Consolas"/>
              </a:rPr>
              <a:t>"mesh_id"</a:t>
            </a:r>
            <a:r>
              <a:rPr sz="1150" i="0">
                <a:solidFill>
                  <a:srgbClr val="1A1A1A"/>
                </a:solidFill>
                <a:latin typeface="Consolas"/>
              </a:rPr>
              <a:t>: do_refine(s[</a:t>
            </a:r>
            <a:r>
              <a:rPr sz="1150" i="0">
                <a:solidFill>
                  <a:srgbClr val="8C3C14"/>
                </a:solidFill>
                <a:latin typeface="Consolas"/>
              </a:rPr>
              <a:t>"mesh_id"</a:t>
            </a:r>
            <a:r>
              <a:rPr sz="1150" i="0">
                <a:solidFill>
                  <a:srgbClr val="1A1A1A"/>
                </a:solidFill>
                <a:latin typeface="Consolas"/>
              </a:rPr>
              <a:t>]),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                       </a:t>
            </a:r>
            <a:r>
              <a:rPr sz="1150" i="0">
                <a:solidFill>
                  <a:srgbClr val="8C3C14"/>
                </a:solidFill>
                <a:latin typeface="Consolas"/>
              </a:rPr>
              <a:t>"attempts"</a:t>
            </a:r>
            <a:r>
              <a:rPr sz="1150" i="0">
                <a:solidFill>
                  <a:srgbClr val="1A1A1A"/>
                </a:solidFill>
                <a:latin typeface="Consolas"/>
              </a:rPr>
              <a:t>: s[</a:t>
            </a:r>
            <a:r>
              <a:rPr sz="1150" i="0">
                <a:solidFill>
                  <a:srgbClr val="8C3C14"/>
                </a:solidFill>
                <a:latin typeface="Consolas"/>
              </a:rPr>
              <a:t>"attempts"</a:t>
            </a:r>
            <a:r>
              <a:rPr sz="1150" i="0">
                <a:solidFill>
                  <a:srgbClr val="1A1A1A"/>
                </a:solidFill>
                <a:latin typeface="Consolas"/>
              </a:rPr>
              <a:t>] + 1}</a:t>
            </a:r>
          </a:p>
          <a:p>
            <a:pPr algn="l">
              <a:lnSpc>
                <a:spcPct val="106000"/>
              </a:lnSpc>
            </a:pPr>
            <a:endParaRPr sz="1150" i="0">
              <a:solidFill>
                <a:srgbClr val="1A1A1A"/>
              </a:solidFill>
              <a:latin typeface="Consolas"/>
            </a:endParaRP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005AA0"/>
                </a:solidFill>
                <a:latin typeface="Consolas"/>
              </a:rPr>
              <a:t>def</a:t>
            </a:r>
            <a:r>
              <a:rPr sz="1150" i="0">
                <a:solidFill>
                  <a:srgbClr val="1A1A1A"/>
                </a:solidFill>
                <a:latin typeface="Consolas"/>
              </a:rPr>
              <a:t> route(s):                                  </a:t>
            </a:r>
            <a:r>
              <a:rPr sz="1150" i="1">
                <a:solidFill>
                  <a:srgbClr val="787878"/>
                </a:solidFill>
                <a:latin typeface="Consolas"/>
              </a:rPr>
              <a:t># &lt;- control flow, in Python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    </a:t>
            </a:r>
            <a:r>
              <a:rPr sz="1150" i="0">
                <a:solidFill>
                  <a:srgbClr val="005AA0"/>
                </a:solidFill>
                <a:latin typeface="Consolas"/>
              </a:rPr>
              <a:t>if</a:t>
            </a:r>
            <a:r>
              <a:rPr sz="1150" i="0">
                <a:solidFill>
                  <a:srgbClr val="1A1A1A"/>
                </a:solidFill>
                <a:latin typeface="Consolas"/>
              </a:rPr>
              <a:t> s[</a:t>
            </a:r>
            <a:r>
              <a:rPr sz="1150" i="0">
                <a:solidFill>
                  <a:srgbClr val="8C3C14"/>
                </a:solidFill>
                <a:latin typeface="Consolas"/>
              </a:rPr>
              <a:t>"error"</a:t>
            </a:r>
            <a:r>
              <a:rPr sz="1150" i="0">
                <a:solidFill>
                  <a:srgbClr val="1A1A1A"/>
                </a:solidFill>
                <a:latin typeface="Consolas"/>
              </a:rPr>
              <a:t>] &lt; TOL:      </a:t>
            </a:r>
            <a:r>
              <a:rPr sz="1150" i="0">
                <a:solidFill>
                  <a:srgbClr val="005AA0"/>
                </a:solidFill>
                <a:latin typeface="Consolas"/>
              </a:rPr>
              <a:t>return</a:t>
            </a:r>
            <a:r>
              <a:rPr sz="1150" i="0">
                <a:solidFill>
                  <a:srgbClr val="1A1A1A"/>
                </a:solidFill>
                <a:latin typeface="Consolas"/>
              </a:rPr>
              <a:t> </a:t>
            </a:r>
            <a:r>
              <a:rPr sz="1150" i="0">
                <a:solidFill>
                  <a:srgbClr val="8C3C14"/>
                </a:solidFill>
                <a:latin typeface="Consolas"/>
              </a:rPr>
              <a:t>"verify"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    </a:t>
            </a:r>
            <a:r>
              <a:rPr sz="1150" i="0">
                <a:solidFill>
                  <a:srgbClr val="005AA0"/>
                </a:solidFill>
                <a:latin typeface="Consolas"/>
              </a:rPr>
              <a:t>if</a:t>
            </a:r>
            <a:r>
              <a:rPr sz="1150" i="0">
                <a:solidFill>
                  <a:srgbClr val="1A1A1A"/>
                </a:solidFill>
                <a:latin typeface="Consolas"/>
              </a:rPr>
              <a:t> s[</a:t>
            </a:r>
            <a:r>
              <a:rPr sz="1150" i="0">
                <a:solidFill>
                  <a:srgbClr val="8C3C14"/>
                </a:solidFill>
                <a:latin typeface="Consolas"/>
              </a:rPr>
              <a:t>"attempts"</a:t>
            </a:r>
            <a:r>
              <a:rPr sz="1150" i="0">
                <a:solidFill>
                  <a:srgbClr val="1A1A1A"/>
                </a:solidFill>
                <a:latin typeface="Consolas"/>
              </a:rPr>
              <a:t>] &gt;= 6:    </a:t>
            </a:r>
            <a:r>
              <a:rPr sz="1150" i="0">
                <a:solidFill>
                  <a:srgbClr val="005AA0"/>
                </a:solidFill>
                <a:latin typeface="Consolas"/>
              </a:rPr>
              <a:t>return</a:t>
            </a:r>
            <a:r>
              <a:rPr sz="1150" i="0">
                <a:solidFill>
                  <a:srgbClr val="1A1A1A"/>
                </a:solidFill>
                <a:latin typeface="Consolas"/>
              </a:rPr>
              <a:t> </a:t>
            </a:r>
            <a:r>
              <a:rPr sz="1150" i="0">
                <a:solidFill>
                  <a:srgbClr val="8C3C14"/>
                </a:solidFill>
                <a:latin typeface="Consolas"/>
              </a:rPr>
              <a:t>"give_up"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    </a:t>
            </a:r>
            <a:r>
              <a:rPr sz="1150" i="0">
                <a:solidFill>
                  <a:srgbClr val="005AA0"/>
                </a:solidFill>
                <a:latin typeface="Consolas"/>
              </a:rPr>
              <a:t>return</a:t>
            </a:r>
            <a:r>
              <a:rPr sz="1150" i="0">
                <a:solidFill>
                  <a:srgbClr val="1A1A1A"/>
                </a:solidFill>
                <a:latin typeface="Consolas"/>
              </a:rPr>
              <a:t> </a:t>
            </a:r>
            <a:r>
              <a:rPr sz="1150" i="0">
                <a:solidFill>
                  <a:srgbClr val="8C3C14"/>
                </a:solidFill>
                <a:latin typeface="Consolas"/>
              </a:rPr>
              <a:t>"refine"</a:t>
            </a:r>
          </a:p>
          <a:p>
            <a:pPr algn="l">
              <a:lnSpc>
                <a:spcPct val="106000"/>
              </a:lnSpc>
            </a:pPr>
            <a:endParaRPr sz="1150" i="0">
              <a:solidFill>
                <a:srgbClr val="8C3C14"/>
              </a:solidFill>
              <a:latin typeface="Consolas"/>
            </a:endParaRP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g = StateGraph(S)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g.add_node(</a:t>
            </a:r>
            <a:r>
              <a:rPr sz="1150" i="0">
                <a:solidFill>
                  <a:srgbClr val="8C3C14"/>
                </a:solidFill>
                <a:latin typeface="Consolas"/>
              </a:rPr>
              <a:t>"solve"</a:t>
            </a:r>
            <a:r>
              <a:rPr sz="1150" i="0">
                <a:solidFill>
                  <a:srgbClr val="1A1A1A"/>
                </a:solidFill>
                <a:latin typeface="Consolas"/>
              </a:rPr>
              <a:t>, solve); g.add_node(</a:t>
            </a:r>
            <a:r>
              <a:rPr sz="1150" i="0">
                <a:solidFill>
                  <a:srgbClr val="8C3C14"/>
                </a:solidFill>
                <a:latin typeface="Consolas"/>
              </a:rPr>
              <a:t>"refine"</a:t>
            </a:r>
            <a:r>
              <a:rPr sz="1150" i="0">
                <a:solidFill>
                  <a:srgbClr val="1A1A1A"/>
                </a:solidFill>
                <a:latin typeface="Consolas"/>
              </a:rPr>
              <a:t>, refine); g.add_node(</a:t>
            </a:r>
            <a:r>
              <a:rPr sz="1150" i="0">
                <a:solidFill>
                  <a:srgbClr val="8C3C14"/>
                </a:solidFill>
                <a:latin typeface="Consolas"/>
              </a:rPr>
              <a:t>"verify"</a:t>
            </a:r>
            <a:r>
              <a:rPr sz="1150" i="0">
                <a:solidFill>
                  <a:srgbClr val="1A1A1A"/>
                </a:solidFill>
                <a:latin typeface="Consolas"/>
              </a:rPr>
              <a:t>, verify)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g.set_entry_point(</a:t>
            </a:r>
            <a:r>
              <a:rPr sz="1150" i="0">
                <a:solidFill>
                  <a:srgbClr val="8C3C14"/>
                </a:solidFill>
                <a:latin typeface="Consolas"/>
              </a:rPr>
              <a:t>"solve"</a:t>
            </a:r>
            <a:r>
              <a:rPr sz="1150" i="0">
                <a:solidFill>
                  <a:srgbClr val="1A1A1A"/>
                </a:solidFill>
                <a:latin typeface="Consolas"/>
              </a:rPr>
              <a:t>)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g.add_conditional_edges(</a:t>
            </a:r>
            <a:r>
              <a:rPr sz="1150" i="0">
                <a:solidFill>
                  <a:srgbClr val="8C3C14"/>
                </a:solidFill>
                <a:latin typeface="Consolas"/>
              </a:rPr>
              <a:t>"solve"</a:t>
            </a:r>
            <a:r>
              <a:rPr sz="1150" i="0">
                <a:solidFill>
                  <a:srgbClr val="1A1A1A"/>
                </a:solidFill>
                <a:latin typeface="Consolas"/>
              </a:rPr>
              <a:t>, route,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    {</a:t>
            </a:r>
            <a:r>
              <a:rPr sz="1150" i="0">
                <a:solidFill>
                  <a:srgbClr val="8C3C14"/>
                </a:solidFill>
                <a:latin typeface="Consolas"/>
              </a:rPr>
              <a:t>"refine"</a:t>
            </a:r>
            <a:r>
              <a:rPr sz="1150" i="0">
                <a:solidFill>
                  <a:srgbClr val="1A1A1A"/>
                </a:solidFill>
                <a:latin typeface="Consolas"/>
              </a:rPr>
              <a:t>: </a:t>
            </a:r>
            <a:r>
              <a:rPr sz="1150" i="0">
                <a:solidFill>
                  <a:srgbClr val="8C3C14"/>
                </a:solidFill>
                <a:latin typeface="Consolas"/>
              </a:rPr>
              <a:t>"refine"</a:t>
            </a:r>
            <a:r>
              <a:rPr sz="1150" i="0">
                <a:solidFill>
                  <a:srgbClr val="1A1A1A"/>
                </a:solidFill>
                <a:latin typeface="Consolas"/>
              </a:rPr>
              <a:t>, </a:t>
            </a:r>
            <a:r>
              <a:rPr sz="1150" i="0">
                <a:solidFill>
                  <a:srgbClr val="8C3C14"/>
                </a:solidFill>
                <a:latin typeface="Consolas"/>
              </a:rPr>
              <a:t>"verify"</a:t>
            </a:r>
            <a:r>
              <a:rPr sz="1150" i="0">
                <a:solidFill>
                  <a:srgbClr val="1A1A1A"/>
                </a:solidFill>
                <a:latin typeface="Consolas"/>
              </a:rPr>
              <a:t>: </a:t>
            </a:r>
            <a:r>
              <a:rPr sz="1150" i="0">
                <a:solidFill>
                  <a:srgbClr val="8C3C14"/>
                </a:solidFill>
                <a:latin typeface="Consolas"/>
              </a:rPr>
              <a:t>"verify"</a:t>
            </a:r>
            <a:r>
              <a:rPr sz="1150" i="0">
                <a:solidFill>
                  <a:srgbClr val="1A1A1A"/>
                </a:solidFill>
                <a:latin typeface="Consolas"/>
              </a:rPr>
              <a:t>, </a:t>
            </a:r>
            <a:r>
              <a:rPr sz="1150" i="0">
                <a:solidFill>
                  <a:srgbClr val="8C3C14"/>
                </a:solidFill>
                <a:latin typeface="Consolas"/>
              </a:rPr>
              <a:t>"give_up"</a:t>
            </a:r>
            <a:r>
              <a:rPr sz="1150" i="0">
                <a:solidFill>
                  <a:srgbClr val="1A1A1A"/>
                </a:solidFill>
                <a:latin typeface="Consolas"/>
              </a:rPr>
              <a:t>: END})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g.add_edge(</a:t>
            </a:r>
            <a:r>
              <a:rPr sz="1150" i="0">
                <a:solidFill>
                  <a:srgbClr val="8C3C14"/>
                </a:solidFill>
                <a:latin typeface="Consolas"/>
              </a:rPr>
              <a:t>"refine"</a:t>
            </a:r>
            <a:r>
              <a:rPr sz="1150" i="0">
                <a:solidFill>
                  <a:srgbClr val="1A1A1A"/>
                </a:solidFill>
                <a:latin typeface="Consolas"/>
              </a:rPr>
              <a:t>, </a:t>
            </a:r>
            <a:r>
              <a:rPr sz="1150" i="0">
                <a:solidFill>
                  <a:srgbClr val="8C3C14"/>
                </a:solidFill>
                <a:latin typeface="Consolas"/>
              </a:rPr>
              <a:t>"solve"</a:t>
            </a:r>
            <a:r>
              <a:rPr sz="1150" i="0">
                <a:solidFill>
                  <a:srgbClr val="1A1A1A"/>
                </a:solidFill>
                <a:latin typeface="Consolas"/>
              </a:rPr>
              <a:t>)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app = g.compile()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3847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 err="1">
                <a:solidFill>
                  <a:srgbClr val="1A1A1A"/>
                </a:solidFill>
                <a:latin typeface="Calibri"/>
              </a:rPr>
              <a:t>LangGraph</a:t>
            </a:r>
            <a:r>
              <a:rPr sz="2500" b="1">
                <a:solidFill>
                  <a:srgbClr val="1A1A1A"/>
                </a:solidFill>
                <a:latin typeface="Calibri"/>
              </a:rPr>
              <a:t> — </a:t>
            </a:r>
            <a:r>
              <a:rPr lang="en-US" sz="2500" b="1">
                <a:solidFill>
                  <a:srgbClr val="1A1A1A"/>
                </a:solidFill>
                <a:latin typeface="Calibri"/>
              </a:rPr>
              <a:t>guarantees follow from structured graph computation</a:t>
            </a:r>
            <a:endParaRPr sz="2500" b="1">
              <a:solidFill>
                <a:srgbClr val="1A1A1A"/>
              </a:solidFill>
              <a:latin typeface="Calibr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31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59893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450" b="1">
                <a:solidFill>
                  <a:srgbClr val="1A1A1A"/>
                </a:solidFill>
                <a:latin typeface="Calibri"/>
              </a:rPr>
              <a:t>What the graph guarantees: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300" b="0">
                <a:solidFill>
                  <a:srgbClr val="1A1A1A"/>
                </a:solidFill>
                <a:latin typeface="Consolas"/>
              </a:rPr>
              <a:t>verify</a:t>
            </a:r>
            <a:r>
              <a:rPr sz="1450" b="0">
                <a:solidFill>
                  <a:srgbClr val="1A1A1A"/>
                </a:solidFill>
                <a:latin typeface="Calibri"/>
              </a:rPr>
              <a:t> </a:t>
            </a:r>
            <a:r>
              <a:rPr sz="1450" b="1">
                <a:solidFill>
                  <a:srgbClr val="AA1E1E"/>
                </a:solidFill>
                <a:latin typeface="Calibri"/>
              </a:rPr>
              <a:t>always</a:t>
            </a:r>
            <a:r>
              <a:rPr sz="1450" b="0">
                <a:solidFill>
                  <a:srgbClr val="1A1A1A"/>
                </a:solidFill>
                <a:latin typeface="Calibri"/>
              </a:rPr>
              <a:t> runs before a result is reported. The model cannot decide to skip it.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450" b="0">
                <a:solidFill>
                  <a:srgbClr val="1A1A1A"/>
                </a:solidFill>
                <a:latin typeface="Calibri"/>
              </a:rPr>
              <a:t>The retry count is bounded in code, not requested in the prompt.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450" b="0">
                <a:solidFill>
                  <a:srgbClr val="1A1A1A"/>
                </a:solidFill>
                <a:latin typeface="Calibri"/>
              </a:rPr>
              <a:t>State is </a:t>
            </a:r>
            <a:r>
              <a:rPr sz="1450" b="1">
                <a:solidFill>
                  <a:srgbClr val="AA1E1E"/>
                </a:solidFill>
                <a:latin typeface="Calibri"/>
              </a:rPr>
              <a:t>typed and inspectable</a:t>
            </a:r>
            <a:r>
              <a:rPr sz="1450" b="0">
                <a:solidFill>
                  <a:srgbClr val="1A1A1A"/>
                </a:solidFill>
                <a:latin typeface="Calibri"/>
              </a:rPr>
              <a:t> — you can log, checkpoint, and resume mid-run.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450" b="0">
                <a:solidFill>
                  <a:srgbClr val="1A1A1A"/>
                </a:solidFill>
                <a:latin typeface="Calibri"/>
              </a:rPr>
              <a:t>The control flow is a </a:t>
            </a:r>
            <a:r>
              <a:rPr sz="1450" b="1">
                <a:solidFill>
                  <a:srgbClr val="AA1E1E"/>
                </a:solidFill>
                <a:latin typeface="Calibri"/>
              </a:rPr>
              <a:t>diagram you can show a reviewer</a:t>
            </a:r>
            <a:r>
              <a:rPr sz="1450" b="0">
                <a:solidFill>
                  <a:srgbClr val="1A1A1A"/>
                </a:solidFill>
                <a:latin typeface="Calibri"/>
              </a:rPr>
              <a:t>, which matters when the answer feeds a design decision.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281160" y="1325880"/>
            <a:ext cx="1691640" cy="502920"/>
          </a:xfrm>
          <a:prstGeom prst="roundRect">
            <a:avLst>
              <a:gd name="adj" fmla="val 10000"/>
            </a:avLst>
          </a:prstGeom>
          <a:solidFill>
            <a:srgbClr val="E8EEF7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200" b="1">
                <a:solidFill>
                  <a:srgbClr val="1A1A1A"/>
                </a:solidFill>
                <a:latin typeface="Calibri"/>
              </a:rPr>
              <a:t>solve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281160" y="2468880"/>
            <a:ext cx="1691640" cy="502920"/>
          </a:xfrm>
          <a:prstGeom prst="roundRect">
            <a:avLst>
              <a:gd name="adj" fmla="val 10000"/>
            </a:avLst>
          </a:prstGeom>
          <a:solidFill>
            <a:srgbClr val="E6F2E6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200" b="1">
                <a:solidFill>
                  <a:srgbClr val="1A1A1A"/>
                </a:solidFill>
                <a:latin typeface="Calibri"/>
              </a:rPr>
              <a:t>verify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81160" y="3794760"/>
            <a:ext cx="1691640" cy="502920"/>
          </a:xfrm>
          <a:prstGeom prst="roundRect">
            <a:avLst>
              <a:gd name="adj" fmla="val 10000"/>
            </a:avLst>
          </a:prstGeom>
          <a:solidFill>
            <a:srgbClr val="EDEDED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200" b="1">
                <a:solidFill>
                  <a:srgbClr val="1A1A1A"/>
                </a:solidFill>
                <a:latin typeface="Calibri"/>
              </a:rPr>
              <a:t>END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12280" y="2468880"/>
            <a:ext cx="1691640" cy="502920"/>
          </a:xfrm>
          <a:prstGeom prst="roundRect">
            <a:avLst>
              <a:gd name="adj" fmla="val 10000"/>
            </a:avLst>
          </a:prstGeom>
          <a:solidFill>
            <a:srgbClr val="FAEDE0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200" b="1">
                <a:solidFill>
                  <a:srgbClr val="1A1A1A"/>
                </a:solidFill>
                <a:latin typeface="Calibri"/>
              </a:rPr>
              <a:t>refine</a:t>
            </a:r>
          </a:p>
        </p:txBody>
      </p:sp>
      <p:cxnSp>
        <p:nvCxnSpPr>
          <p:cNvPr id="9" name="Connector 8"/>
          <p:cNvCxnSpPr>
            <a:stCxn id="5" idx="2"/>
            <a:endCxn id="6" idx="0"/>
          </p:cNvCxnSpPr>
          <p:nvPr/>
        </p:nvCxnSpPr>
        <p:spPr>
          <a:xfrm flipH="1">
            <a:off x="10126980" y="1828800"/>
            <a:ext cx="0" cy="640080"/>
          </a:xfrm>
          <a:prstGeom prst="line">
            <a:avLst/>
          </a:prstGeom>
          <a:ln w="15875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>
            <a:stCxn id="6" idx="2"/>
            <a:endCxn id="7" idx="0"/>
          </p:cNvCxnSpPr>
          <p:nvPr/>
        </p:nvCxnSpPr>
        <p:spPr>
          <a:xfrm flipH="1">
            <a:off x="10126980" y="2971800"/>
            <a:ext cx="0" cy="822960"/>
          </a:xfrm>
          <a:prstGeom prst="line">
            <a:avLst/>
          </a:prstGeom>
          <a:ln w="15875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stCxn id="6" idx="1"/>
            <a:endCxn id="8" idx="3"/>
          </p:cNvCxnSpPr>
          <p:nvPr/>
        </p:nvCxnSpPr>
        <p:spPr>
          <a:xfrm flipH="1" flipV="1">
            <a:off x="8503920" y="2720340"/>
            <a:ext cx="777240" cy="0"/>
          </a:xfrm>
          <a:prstGeom prst="line">
            <a:avLst/>
          </a:prstGeom>
          <a:ln w="15875">
            <a:solidFill>
              <a:srgbClr val="AA1E1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658100" y="1572768"/>
            <a:ext cx="0" cy="896112"/>
          </a:xfrm>
          <a:prstGeom prst="line">
            <a:avLst/>
          </a:prstGeom>
          <a:ln w="15875">
            <a:solidFill>
              <a:srgbClr val="6E6E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658100" y="1572768"/>
            <a:ext cx="1623060" cy="0"/>
          </a:xfrm>
          <a:prstGeom prst="line">
            <a:avLst/>
          </a:prstGeom>
          <a:ln w="15875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503920" y="2212848"/>
            <a:ext cx="6400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>
                <a:solidFill>
                  <a:srgbClr val="AA1E1E"/>
                </a:solidFill>
                <a:latin typeface="Calibri"/>
              </a:rPr>
              <a:t>FAIL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181051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6E6E6E"/>
                </a:solidFill>
                <a:latin typeface="Calibri"/>
              </a:rPr>
              <a:t>retry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61772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50" b="0" i="1">
                <a:solidFill>
                  <a:srgbClr val="6E6E6E"/>
                </a:solidFill>
                <a:latin typeface="Calibri"/>
              </a:rPr>
              <a:t>Compare with the ReAct diagram: same boxes, but here the arrows are code. The model never sees them.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LangGraph — exemplar: solve → verify → repair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32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11057839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600" b="1">
                <a:solidFill>
                  <a:srgbClr val="1A1A1A"/>
                </a:solidFill>
                <a:latin typeface="Calibri"/>
              </a:rPr>
              <a:t>The problem:</a:t>
            </a:r>
            <a:r>
              <a:rPr sz="1600" b="0">
                <a:solidFill>
                  <a:srgbClr val="1A1A1A"/>
                </a:solidFill>
                <a:latin typeface="Calibri"/>
              </a:rPr>
              <a:t> you want an FEM result you can put in a</a:t>
            </a:r>
            <a:r>
              <a:rPr lang="en-US" sz="1600" b="0">
                <a:solidFill>
                  <a:srgbClr val="1A1A1A"/>
                </a:solidFill>
                <a:latin typeface="Calibri"/>
              </a:rPr>
              <a:t> daily</a:t>
            </a:r>
            <a:r>
              <a:rPr sz="1600" b="0">
                <a:solidFill>
                  <a:srgbClr val="1A1A1A"/>
                </a:solidFill>
                <a:latin typeface="Calibri"/>
              </a:rPr>
              <a:t> report.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828800"/>
          <a:ext cx="11057838" cy="1920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6347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231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A1A1A"/>
                          </a:solidFill>
                          <a:latin typeface="Calibri"/>
                        </a:rPr>
                        <a:t>Requirement</a:t>
                      </a:r>
                    </a:p>
                  </a:txBody>
                  <a:tcPr marL="82296" marR="54864" marT="27432" marB="27432" anchor="ctr">
                    <a:solidFill>
                      <a:srgbClr val="ECEF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A1A1A"/>
                          </a:solidFill>
                          <a:latin typeface="Calibri"/>
                        </a:rPr>
                        <a:t>Who enforces it</a:t>
                      </a:r>
                    </a:p>
                  </a:txBody>
                  <a:tcPr marL="82296" marR="54864" marT="27432" marB="27432" anchor="ctr">
                    <a:solidFill>
                      <a:srgbClr val="ECEF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Every reported result is verified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the edge from solve to verify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At most 6 refinement attempts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the router, in Python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A failed check loops back to solve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a conditional edge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You can see which nodes ran, in order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the streamed path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3931920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Calibri"/>
              </a:rPr>
              <a:t>None of these should depend on what the model happens to decide on the day.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4983480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800" b="0">
                <a:solidFill>
                  <a:srgbClr val="1A1A1A"/>
                </a:solidFill>
                <a:latin typeface="Calibri"/>
              </a:rPr>
              <a:t>Use a graph when the order of operations is a requirement.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651760"/>
            <a:ext cx="1105783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1A1A1A"/>
                </a:solidFill>
                <a:latin typeface="Calibri"/>
              </a:rPr>
              <a:t>Pattern 3 — Conversational multi-agent (AutoGen)</a:t>
            </a:r>
          </a:p>
          <a:p>
            <a:pPr algn="ctr">
              <a:spcBef>
                <a:spcPts val="1000"/>
              </a:spcBef>
            </a:pPr>
            <a:r>
              <a:rPr sz="1700" b="0">
                <a:solidFill>
                  <a:srgbClr val="6E6E6E"/>
                </a:solidFill>
                <a:latin typeface="Calibri"/>
              </a:rPr>
              <a:t>the conversation owns control flow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394960" y="2395728"/>
            <a:ext cx="1399032" cy="0"/>
          </a:xfrm>
          <a:prstGeom prst="line">
            <a:avLst/>
          </a:prstGeom>
          <a:ln w="31750">
            <a:solidFill>
              <a:srgbClr val="AA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AutoGen — syntax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34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450" b="0">
                <a:solidFill>
                  <a:srgbClr val="1A1A1A"/>
                </a:solidFill>
                <a:latin typeface="Calibri"/>
              </a:rPr>
              <a:t>You define participants with distinct system prompts and let them talk. Control flow emerges from who speaks next.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737360"/>
            <a:ext cx="11057839" cy="3863467"/>
          </a:xfrm>
          <a:prstGeom prst="roundRect">
            <a:avLst>
              <a:gd name="adj" fmla="val 3000"/>
            </a:avLst>
          </a:prstGeom>
          <a:solidFill>
            <a:srgbClr val="F7F7F7"/>
          </a:solidFill>
          <a:ln w="9525"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128016" rIns="73152" bIns="128016" rtlCol="0" anchor="t"/>
          <a:lstStyle/>
          <a:p>
            <a:pPr algn="l">
              <a:lnSpc>
                <a:spcPct val="106000"/>
              </a:lnSpc>
            </a:pPr>
            <a:r>
              <a:rPr sz="1150" i="0">
                <a:solidFill>
                  <a:srgbClr val="005AA0"/>
                </a:solidFill>
                <a:latin typeface="Consolas"/>
              </a:rPr>
              <a:t>from</a:t>
            </a:r>
            <a:r>
              <a:rPr sz="1150" i="0">
                <a:solidFill>
                  <a:srgbClr val="1A1A1A"/>
                </a:solidFill>
                <a:latin typeface="Consolas"/>
              </a:rPr>
              <a:t> autogen_agentchat.agents </a:t>
            </a:r>
            <a:r>
              <a:rPr sz="1150" i="0">
                <a:solidFill>
                  <a:srgbClr val="005AA0"/>
                </a:solidFill>
                <a:latin typeface="Consolas"/>
              </a:rPr>
              <a:t>import</a:t>
            </a:r>
            <a:r>
              <a:rPr sz="1150" i="0">
                <a:solidFill>
                  <a:srgbClr val="1A1A1A"/>
                </a:solidFill>
                <a:latin typeface="Consolas"/>
              </a:rPr>
              <a:t> AssistantAgent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005AA0"/>
                </a:solidFill>
                <a:latin typeface="Consolas"/>
              </a:rPr>
              <a:t>from</a:t>
            </a:r>
            <a:r>
              <a:rPr sz="1150" i="0">
                <a:solidFill>
                  <a:srgbClr val="1A1A1A"/>
                </a:solidFill>
                <a:latin typeface="Consolas"/>
              </a:rPr>
              <a:t> autogen_agentchat.teams </a:t>
            </a:r>
            <a:r>
              <a:rPr sz="1150" i="0">
                <a:solidFill>
                  <a:srgbClr val="005AA0"/>
                </a:solidFill>
                <a:latin typeface="Consolas"/>
              </a:rPr>
              <a:t>import</a:t>
            </a:r>
            <a:r>
              <a:rPr sz="1150" i="0">
                <a:solidFill>
                  <a:srgbClr val="1A1A1A"/>
                </a:solidFill>
                <a:latin typeface="Consolas"/>
              </a:rPr>
              <a:t> RoundRobinGroupChat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005AA0"/>
                </a:solidFill>
                <a:latin typeface="Consolas"/>
              </a:rPr>
              <a:t>from</a:t>
            </a:r>
            <a:r>
              <a:rPr sz="1150" i="0">
                <a:solidFill>
                  <a:srgbClr val="1A1A1A"/>
                </a:solidFill>
                <a:latin typeface="Consolas"/>
              </a:rPr>
              <a:t> autogen_agentchat.conditions </a:t>
            </a:r>
            <a:r>
              <a:rPr sz="1150" i="0">
                <a:solidFill>
                  <a:srgbClr val="005AA0"/>
                </a:solidFill>
                <a:latin typeface="Consolas"/>
              </a:rPr>
              <a:t>import</a:t>
            </a:r>
            <a:r>
              <a:rPr sz="1150" i="0">
                <a:solidFill>
                  <a:srgbClr val="1A1A1A"/>
                </a:solidFill>
                <a:latin typeface="Consolas"/>
              </a:rPr>
              <a:t> TextMentionTermination</a:t>
            </a:r>
          </a:p>
          <a:p>
            <a:pPr algn="l">
              <a:lnSpc>
                <a:spcPct val="106000"/>
              </a:lnSpc>
            </a:pPr>
            <a:endParaRPr sz="1150" i="0">
              <a:solidFill>
                <a:srgbClr val="1A1A1A"/>
              </a:solidFill>
              <a:latin typeface="Consolas"/>
            </a:endParaRP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modeler = AssistantAgent(</a:t>
            </a:r>
            <a:r>
              <a:rPr sz="1150" i="0">
                <a:solidFill>
                  <a:srgbClr val="8C3C14"/>
                </a:solidFill>
                <a:latin typeface="Consolas"/>
              </a:rPr>
              <a:t>"modeler"</a:t>
            </a:r>
            <a:r>
              <a:rPr sz="1150" i="0">
                <a:solidFill>
                  <a:srgbClr val="1A1A1A"/>
                </a:solidFill>
                <a:latin typeface="Consolas"/>
              </a:rPr>
              <a:t>, model_client=client,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    system_message=</a:t>
            </a:r>
            <a:r>
              <a:rPr sz="1150" i="0">
                <a:solidFill>
                  <a:srgbClr val="8C3C14"/>
                </a:solidFill>
                <a:latin typeface="Consolas"/>
              </a:rPr>
              <a:t>"You propose discretizations. Be concrete and specific."</a:t>
            </a:r>
            <a:r>
              <a:rPr sz="1150" i="0">
                <a:solidFill>
                  <a:srgbClr val="1A1A1A"/>
                </a:solidFill>
                <a:latin typeface="Consolas"/>
              </a:rPr>
              <a:t>)</a:t>
            </a:r>
          </a:p>
          <a:p>
            <a:pPr algn="l">
              <a:lnSpc>
                <a:spcPct val="106000"/>
              </a:lnSpc>
            </a:pPr>
            <a:endParaRPr sz="1150" i="0">
              <a:solidFill>
                <a:srgbClr val="1A1A1A"/>
              </a:solidFill>
              <a:latin typeface="Consolas"/>
            </a:endParaRP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analyst = AssistantAgent(</a:t>
            </a:r>
            <a:r>
              <a:rPr sz="1150" i="0">
                <a:solidFill>
                  <a:srgbClr val="8C3C14"/>
                </a:solidFill>
                <a:latin typeface="Consolas"/>
              </a:rPr>
              <a:t>"analyst"</a:t>
            </a:r>
            <a:r>
              <a:rPr sz="1150" i="0">
                <a:solidFill>
                  <a:srgbClr val="1A1A1A"/>
                </a:solidFill>
                <a:latin typeface="Consolas"/>
              </a:rPr>
              <a:t>, model_client=client,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    system_message=</a:t>
            </a:r>
            <a:r>
              <a:rPr sz="1150" i="0">
                <a:solidFill>
                  <a:srgbClr val="8C3C14"/>
                </a:solidFill>
                <a:latin typeface="Consolas"/>
              </a:rPr>
              <a:t>""</a:t>
            </a:r>
            <a:r>
              <a:rPr sz="1150" i="0">
                <a:solidFill>
                  <a:srgbClr val="1A1A1A"/>
                </a:solidFill>
                <a:latin typeface="Consolas"/>
              </a:rPr>
              <a:t>"You are a numerical analyst. Challenge the modeler's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    proposal on stability, conditioning, </a:t>
            </a:r>
            <a:r>
              <a:rPr sz="1150" i="0">
                <a:solidFill>
                  <a:srgbClr val="005AA0"/>
                </a:solidFill>
                <a:latin typeface="Consolas"/>
              </a:rPr>
              <a:t>and</a:t>
            </a:r>
            <a:r>
              <a:rPr sz="1150" i="0">
                <a:solidFill>
                  <a:srgbClr val="1A1A1A"/>
                </a:solidFill>
                <a:latin typeface="Consolas"/>
              </a:rPr>
              <a:t> convergence rate. Do </a:t>
            </a:r>
            <a:r>
              <a:rPr sz="1150" i="0">
                <a:solidFill>
                  <a:srgbClr val="005AA0"/>
                </a:solidFill>
                <a:latin typeface="Consolas"/>
              </a:rPr>
              <a:t>not</a:t>
            </a:r>
            <a:r>
              <a:rPr sz="1150" i="0">
                <a:solidFill>
                  <a:srgbClr val="1A1A1A"/>
                </a:solidFill>
                <a:latin typeface="Consolas"/>
              </a:rPr>
              <a:t> be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    agreeable; your value is </a:t>
            </a:r>
            <a:r>
              <a:rPr sz="1150" i="0">
                <a:solidFill>
                  <a:srgbClr val="005AA0"/>
                </a:solidFill>
                <a:latin typeface="Consolas"/>
              </a:rPr>
              <a:t>in</a:t>
            </a:r>
            <a:r>
              <a:rPr sz="1150" i="0">
                <a:solidFill>
                  <a:srgbClr val="1A1A1A"/>
                </a:solidFill>
                <a:latin typeface="Consolas"/>
              </a:rPr>
              <a:t> the objection.</a:t>
            </a:r>
            <a:r>
              <a:rPr sz="1150" i="0">
                <a:solidFill>
                  <a:srgbClr val="8C3C14"/>
                </a:solidFill>
                <a:latin typeface="Consolas"/>
              </a:rPr>
              <a:t>""</a:t>
            </a:r>
            <a:r>
              <a:rPr sz="1150" i="0">
                <a:solidFill>
                  <a:srgbClr val="1A1A1A"/>
                </a:solidFill>
                <a:latin typeface="Consolas"/>
              </a:rPr>
              <a:t>")</a:t>
            </a:r>
          </a:p>
          <a:p>
            <a:pPr algn="l">
              <a:lnSpc>
                <a:spcPct val="106000"/>
              </a:lnSpc>
            </a:pPr>
            <a:endParaRPr sz="1150" i="0">
              <a:solidFill>
                <a:srgbClr val="1A1A1A"/>
              </a:solidFill>
              <a:latin typeface="Consolas"/>
            </a:endParaRP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critic = AssistantAgent(</a:t>
            </a:r>
            <a:r>
              <a:rPr sz="1150" i="0">
                <a:solidFill>
                  <a:srgbClr val="8C3C14"/>
                </a:solidFill>
                <a:latin typeface="Consolas"/>
              </a:rPr>
              <a:t>"critic"</a:t>
            </a:r>
            <a:r>
              <a:rPr sz="1150" i="0">
                <a:solidFill>
                  <a:srgbClr val="1A1A1A"/>
                </a:solidFill>
                <a:latin typeface="Consolas"/>
              </a:rPr>
              <a:t>, model_client=client,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    system_message=</a:t>
            </a:r>
            <a:r>
              <a:rPr sz="1150" i="0">
                <a:solidFill>
                  <a:srgbClr val="8C3C14"/>
                </a:solidFill>
                <a:latin typeface="Consolas"/>
              </a:rPr>
              <a:t>"Judge the exchange. Say APPROVE only when convinced."</a:t>
            </a:r>
            <a:r>
              <a:rPr sz="1150" i="0">
                <a:solidFill>
                  <a:srgbClr val="1A1A1A"/>
                </a:solidFill>
                <a:latin typeface="Consolas"/>
              </a:rPr>
              <a:t>)</a:t>
            </a:r>
          </a:p>
          <a:p>
            <a:pPr algn="l">
              <a:lnSpc>
                <a:spcPct val="106000"/>
              </a:lnSpc>
            </a:pPr>
            <a:endParaRPr sz="1150" i="0">
              <a:solidFill>
                <a:srgbClr val="1A1A1A"/>
              </a:solidFill>
              <a:latin typeface="Consolas"/>
            </a:endParaRP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team = RoundRobinGroupChat([modeler, analyst, critic],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    termination_condition=TextMentionTermination(</a:t>
            </a:r>
            <a:r>
              <a:rPr sz="1150" i="0">
                <a:solidFill>
                  <a:srgbClr val="8C3C14"/>
                </a:solidFill>
                <a:latin typeface="Consolas"/>
              </a:rPr>
              <a:t>"APPROVE"</a:t>
            </a:r>
            <a:r>
              <a:rPr sz="1150" i="0">
                <a:solidFill>
                  <a:srgbClr val="1A1A1A"/>
                </a:solidFill>
                <a:latin typeface="Consolas"/>
              </a:rPr>
              <a:t>))</a:t>
            </a:r>
          </a:p>
          <a:p>
            <a:pPr algn="l">
              <a:lnSpc>
                <a:spcPct val="106000"/>
              </a:lnSpc>
            </a:pPr>
            <a:endParaRPr sz="1150" i="0">
              <a:solidFill>
                <a:srgbClr val="1A1A1A"/>
              </a:solidFill>
              <a:latin typeface="Consolas"/>
            </a:endParaRP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005AA0"/>
                </a:solidFill>
                <a:latin typeface="Consolas"/>
              </a:rPr>
              <a:t>await</a:t>
            </a:r>
            <a:r>
              <a:rPr sz="1150" i="0">
                <a:solidFill>
                  <a:srgbClr val="1A1A1A"/>
                </a:solidFill>
                <a:latin typeface="Consolas"/>
              </a:rPr>
              <a:t> team.run(task=</a:t>
            </a:r>
            <a:r>
              <a:rPr sz="1150" i="0">
                <a:solidFill>
                  <a:srgbClr val="8C3C14"/>
                </a:solidFill>
                <a:latin typeface="Consolas"/>
              </a:rPr>
              <a:t>"Choose a discretization for advection-dominated flow."</a:t>
            </a:r>
            <a:r>
              <a:rPr sz="1150" i="0">
                <a:solidFill>
                  <a:srgbClr val="1A1A1A"/>
                </a:solidFill>
                <a:latin typeface="Consolas"/>
              </a:rPr>
              <a:t>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AutoGen — exemplar: the design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35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The problem:</a:t>
            </a:r>
            <a:r>
              <a:rPr sz="1500" b="0">
                <a:solidFill>
                  <a:srgbClr val="1A1A1A"/>
                </a:solidFill>
                <a:latin typeface="Calibri"/>
              </a:rPr>
              <a:t> choosing a discretization for an advection-dominated problem. There is no single correct answer, and the </a:t>
            </a:r>
            <a:r>
              <a:rPr sz="1500" b="0" i="1">
                <a:solidFill>
                  <a:srgbClr val="1A1A1A"/>
                </a:solidFill>
                <a:latin typeface="Calibri"/>
              </a:rPr>
              <a:t>reasoning</a:t>
            </a:r>
            <a:r>
              <a:rPr sz="1500" b="0">
                <a:solidFill>
                  <a:srgbClr val="1A1A1A"/>
                </a:solidFill>
                <a:latin typeface="Calibri"/>
              </a:rPr>
              <a:t> is the deliverable.</a:t>
            </a:r>
          </a:p>
          <a:p>
            <a:r>
              <a:rPr sz="700"/>
              <a:t> 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500" b="0">
                <a:solidFill>
                  <a:srgbClr val="1A1A1A"/>
                </a:solidFill>
                <a:latin typeface="Calibri"/>
              </a:rPr>
              <a:t>A single ReAct agent asked “pick a discretization” produces a confident paragraph with no adversarial pressure on it.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500" b="0">
                <a:solidFill>
                  <a:srgbClr val="1A1A1A"/>
                </a:solidFill>
                <a:latin typeface="Calibri"/>
              </a:rPr>
              <a:t>Three agents with </a:t>
            </a:r>
            <a:r>
              <a:rPr sz="1500" b="1">
                <a:solidFill>
                  <a:srgbClr val="AA1E1E"/>
                </a:solidFill>
                <a:latin typeface="Calibri"/>
              </a:rPr>
              <a:t>genuinely different objectives</a:t>
            </a:r>
            <a:r>
              <a:rPr sz="1500" b="0">
                <a:solidFill>
                  <a:srgbClr val="1A1A1A"/>
                </a:solidFill>
                <a:latin typeface="Calibri"/>
              </a:rPr>
              <a:t> — propose, object, judge — produce a transcript in which the weaknesses are stated out loud.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500" b="0">
                <a:solidFill>
                  <a:srgbClr val="1A1A1A"/>
                </a:solidFill>
                <a:latin typeface="Calibri"/>
              </a:rPr>
              <a:t>The output is the argument, which a reviewer can audit faster than re-deriving the answer.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0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800" b="0">
                <a:solidFill>
                  <a:srgbClr val="1A1A1A"/>
                </a:solidFill>
                <a:latin typeface="Calibri"/>
              </a:rPr>
              <a:t>Reach for conversation when </a:t>
            </a:r>
            <a:r>
              <a:rPr sz="1800" b="1">
                <a:solidFill>
                  <a:srgbClr val="AA1E1E"/>
                </a:solidFill>
                <a:latin typeface="Calibri"/>
              </a:rPr>
              <a:t>disagreement is the product</a:t>
            </a:r>
            <a:r>
              <a:rPr sz="1800" b="0">
                <a:solidFill>
                  <a:srgbClr val="1A1A1A"/>
                </a:solidFill>
                <a:latin typeface="Calibri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4892040"/>
            <a:ext cx="11057839" cy="74066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 w="9525">
            <a:solidFill>
              <a:srgbClr val="D6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82296" rIns="146304" bIns="82296" rtlCol="0" anchor="ctr"/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One caution: agreement between agents is weak evidence, since they share a training corpus and a tendency to agree. Giving each role a different tool helps far more than giving it a different adjective.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651760"/>
            <a:ext cx="1105783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1A1A1A"/>
                </a:solidFill>
                <a:latin typeface="Calibri"/>
              </a:rPr>
              <a:t>Pattern 4 — MPC-style planning</a:t>
            </a:r>
          </a:p>
          <a:p>
            <a:pPr algn="ctr">
              <a:spcBef>
                <a:spcPts val="1000"/>
              </a:spcBef>
            </a:pPr>
            <a:r>
              <a:rPr sz="1700" b="0">
                <a:solidFill>
                  <a:srgbClr val="6E6E6E"/>
                </a:solidFill>
                <a:latin typeface="Calibri"/>
              </a:rPr>
              <a:t>a simulator owns control flow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394960" y="2395728"/>
            <a:ext cx="1399032" cy="0"/>
          </a:xfrm>
          <a:prstGeom prst="line">
            <a:avLst/>
          </a:prstGeom>
          <a:ln w="31750">
            <a:solidFill>
              <a:srgbClr val="AA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MPC — the idea, borrowed from control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37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Model Predictive Control, as you already know it: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783080"/>
            <a:ext cx="2331720" cy="868680"/>
          </a:xfrm>
          <a:prstGeom prst="roundRect">
            <a:avLst>
              <a:gd name="adj" fmla="val 10000"/>
            </a:avLst>
          </a:prstGeom>
          <a:solidFill>
            <a:srgbClr val="EDEDED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300" b="1">
                <a:solidFill>
                  <a:srgbClr val="1A1A1A"/>
                </a:solidFill>
                <a:latin typeface="Calibri"/>
              </a:rPr>
              <a:t>state sₜ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703320" y="1783080"/>
            <a:ext cx="2331720" cy="868680"/>
          </a:xfrm>
          <a:prstGeom prst="roundRect">
            <a:avLst>
              <a:gd name="adj" fmla="val 10000"/>
            </a:avLst>
          </a:prstGeom>
          <a:solidFill>
            <a:srgbClr val="E8EEF7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300" b="1">
                <a:solidFill>
                  <a:srgbClr val="1A1A1A"/>
                </a:solidFill>
                <a:latin typeface="Calibri"/>
              </a:rPr>
              <a:t>plan</a:t>
            </a:r>
          </a:p>
          <a:p>
            <a:pPr algn="ctr"/>
            <a:r>
              <a:rPr sz="1150" b="0">
                <a:solidFill>
                  <a:srgbClr val="6E6E6E"/>
                </a:solidFill>
                <a:latin typeface="Calibri"/>
              </a:rPr>
              <a:t>N candidates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37959" y="1783080"/>
            <a:ext cx="2331720" cy="868680"/>
          </a:xfrm>
          <a:prstGeom prst="roundRect">
            <a:avLst>
              <a:gd name="adj" fmla="val 10000"/>
            </a:avLst>
          </a:prstGeom>
          <a:solidFill>
            <a:srgbClr val="E6F2E6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300" b="1">
                <a:solidFill>
                  <a:srgbClr val="1A1A1A"/>
                </a:solidFill>
                <a:latin typeface="Calibri"/>
              </a:rPr>
              <a:t>simulate</a:t>
            </a:r>
          </a:p>
          <a:p>
            <a:pPr algn="ctr"/>
            <a:r>
              <a:rPr sz="1150" b="0">
                <a:solidFill>
                  <a:srgbClr val="6E6E6E"/>
                </a:solidFill>
                <a:latin typeface="Calibri"/>
              </a:rPr>
              <a:t>forward 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372599" y="1783080"/>
            <a:ext cx="2331720" cy="868680"/>
          </a:xfrm>
          <a:prstGeom prst="roundRect">
            <a:avLst>
              <a:gd name="adj" fmla="val 10000"/>
            </a:avLst>
          </a:prstGeom>
          <a:solidFill>
            <a:srgbClr val="FAEDE0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300" b="1">
                <a:solidFill>
                  <a:srgbClr val="1A1A1A"/>
                </a:solidFill>
                <a:latin typeface="Calibri"/>
              </a:rPr>
              <a:t>act</a:t>
            </a:r>
          </a:p>
          <a:p>
            <a:pPr algn="ctr"/>
            <a:r>
              <a:rPr sz="1150" b="0">
                <a:solidFill>
                  <a:srgbClr val="6E6E6E"/>
                </a:solidFill>
                <a:latin typeface="Calibri"/>
              </a:rPr>
              <a:t>first step only</a:t>
            </a:r>
          </a:p>
        </p:txBody>
      </p:sp>
      <p:cxnSp>
        <p:nvCxnSpPr>
          <p:cNvPr id="9" name="Connector 8"/>
          <p:cNvCxnSpPr>
            <a:stCxn id="5" idx="3"/>
            <a:endCxn id="6" idx="1"/>
          </p:cNvCxnSpPr>
          <p:nvPr/>
        </p:nvCxnSpPr>
        <p:spPr>
          <a:xfrm flipV="1">
            <a:off x="3200400" y="2217420"/>
            <a:ext cx="502920" cy="0"/>
          </a:xfrm>
          <a:prstGeom prst="line">
            <a:avLst/>
          </a:prstGeom>
          <a:ln w="15875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>
            <a:stCxn id="6" idx="3"/>
            <a:endCxn id="7" idx="1"/>
          </p:cNvCxnSpPr>
          <p:nvPr/>
        </p:nvCxnSpPr>
        <p:spPr>
          <a:xfrm flipV="1">
            <a:off x="6035040" y="2217420"/>
            <a:ext cx="502919" cy="0"/>
          </a:xfrm>
          <a:prstGeom prst="line">
            <a:avLst/>
          </a:prstGeom>
          <a:ln w="15875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stCxn id="7" idx="3"/>
            <a:endCxn id="8" idx="1"/>
          </p:cNvCxnSpPr>
          <p:nvPr/>
        </p:nvCxnSpPr>
        <p:spPr>
          <a:xfrm flipV="1">
            <a:off x="8869679" y="2217420"/>
            <a:ext cx="502920" cy="0"/>
          </a:xfrm>
          <a:prstGeom prst="line">
            <a:avLst/>
          </a:prstGeom>
          <a:ln w="15875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538459" y="2651760"/>
            <a:ext cx="0" cy="530352"/>
          </a:xfrm>
          <a:prstGeom prst="line">
            <a:avLst/>
          </a:prstGeom>
          <a:ln w="15875">
            <a:solidFill>
              <a:srgbClr val="6E6E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2034539" y="3182112"/>
            <a:ext cx="8503920" cy="0"/>
          </a:xfrm>
          <a:prstGeom prst="line">
            <a:avLst/>
          </a:prstGeom>
          <a:ln w="15875">
            <a:solidFill>
              <a:srgbClr val="6E6E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2034539" y="2651760"/>
            <a:ext cx="0" cy="530352"/>
          </a:xfrm>
          <a:prstGeom prst="line">
            <a:avLst/>
          </a:prstGeom>
          <a:ln w="15875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66928" y="3236976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6E6E6E"/>
                </a:solidFill>
                <a:latin typeface="Calibri"/>
              </a:rPr>
              <a:t>re-plan from the new 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3794760"/>
            <a:ext cx="11057839" cy="13773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The agentic version swaps one box: </a:t>
            </a:r>
            <a:r>
              <a:rPr sz="1500" b="1">
                <a:solidFill>
                  <a:srgbClr val="AA1E1E"/>
                </a:solidFill>
                <a:latin typeface="Calibri"/>
              </a:rPr>
              <a:t>the LLM proposes the candidate plans</a:t>
            </a:r>
            <a:r>
              <a:rPr sz="1500" b="0">
                <a:solidFill>
                  <a:srgbClr val="1A1A1A"/>
                </a:solidFill>
                <a:latin typeface="Calibri"/>
              </a:rPr>
              <a:t>, and the simulator — not the LLM — ranks them.</a:t>
            </a:r>
          </a:p>
          <a:p>
            <a:r>
              <a:rPr sz="700"/>
              <a:t> 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500" b="0">
                <a:solidFill>
                  <a:srgbClr val="1A1A1A"/>
                </a:solidFill>
                <a:latin typeface="Calibri"/>
              </a:rPr>
              <a:t>The LLM proposes plausible candidates from context.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500" b="0">
                <a:solidFill>
                  <a:srgbClr val="1A1A1A"/>
                </a:solidFill>
                <a:latin typeface="Calibri"/>
              </a:rPr>
              <a:t>The simulator scores them against the forward model.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500" b="0">
                <a:solidFill>
                  <a:srgbClr val="1A1A1A"/>
                </a:solidFill>
                <a:latin typeface="Calibri"/>
              </a:rPr>
              <a:t>You commit only to the highest-ranking action, then re-plan with real feedback.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MPC — syntax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38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No library needed. The pattern is the loop.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645920"/>
            <a:ext cx="11057839" cy="2938907"/>
          </a:xfrm>
          <a:prstGeom prst="roundRect">
            <a:avLst>
              <a:gd name="adj" fmla="val 3000"/>
            </a:avLst>
          </a:prstGeom>
          <a:solidFill>
            <a:srgbClr val="F7F7F7"/>
          </a:solidFill>
          <a:ln w="9525"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128016" rIns="73152" bIns="128016" rtlCol="0" anchor="t"/>
          <a:lstStyle/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state = initial_state</a:t>
            </a: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005AA0"/>
                </a:solidFill>
                <a:latin typeface="Consolas"/>
              </a:rPr>
              <a:t>for</a:t>
            </a:r>
            <a:r>
              <a:rPr sz="1250" i="0">
                <a:solidFill>
                  <a:srgbClr val="1A1A1A"/>
                </a:solidFill>
                <a:latin typeface="Consolas"/>
              </a:rPr>
              <a:t> t </a:t>
            </a:r>
            <a:r>
              <a:rPr sz="1250" i="0">
                <a:solidFill>
                  <a:srgbClr val="005AA0"/>
                </a:solidFill>
                <a:latin typeface="Consolas"/>
              </a:rPr>
              <a:t>in</a:t>
            </a:r>
            <a:r>
              <a:rPr sz="1250" i="0">
                <a:solidFill>
                  <a:srgbClr val="1A1A1A"/>
                </a:solidFill>
                <a:latin typeface="Consolas"/>
              </a:rPr>
              <a:t> range(horizon):</a:t>
            </a: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    </a:t>
            </a:r>
            <a:r>
              <a:rPr sz="1250" i="1">
                <a:solidFill>
                  <a:srgbClr val="787878"/>
                </a:solidFill>
                <a:latin typeface="Consolas"/>
              </a:rPr>
              <a:t># 1. LLM proposes N candidate action sequences (cheap, creative)</a:t>
            </a: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    plans = llm_propose(state, history, n_candidates=5, lookahead=3)</a:t>
            </a:r>
          </a:p>
          <a:p>
            <a:pPr algn="l">
              <a:lnSpc>
                <a:spcPct val="106000"/>
              </a:lnSpc>
            </a:pPr>
            <a:endParaRPr sz="1250" i="0">
              <a:solidFill>
                <a:srgbClr val="1A1A1A"/>
              </a:solidFill>
              <a:latin typeface="Consolas"/>
            </a:endParaRP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    </a:t>
            </a:r>
            <a:r>
              <a:rPr sz="1250" i="1">
                <a:solidFill>
                  <a:srgbClr val="787878"/>
                </a:solidFill>
                <a:latin typeface="Consolas"/>
              </a:rPr>
              <a:t># 2. The *simulator* scores each one (trusted, not creative)</a:t>
            </a: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    scores = [world_model.rollout(state, plan) </a:t>
            </a:r>
            <a:r>
              <a:rPr sz="1250" i="0">
                <a:solidFill>
                  <a:srgbClr val="005AA0"/>
                </a:solidFill>
                <a:latin typeface="Consolas"/>
              </a:rPr>
              <a:t>for</a:t>
            </a:r>
            <a:r>
              <a:rPr sz="1250" i="0">
                <a:solidFill>
                  <a:srgbClr val="1A1A1A"/>
                </a:solidFill>
                <a:latin typeface="Consolas"/>
              </a:rPr>
              <a:t> plan </a:t>
            </a:r>
            <a:r>
              <a:rPr sz="1250" i="0">
                <a:solidFill>
                  <a:srgbClr val="005AA0"/>
                </a:solidFill>
                <a:latin typeface="Consolas"/>
              </a:rPr>
              <a:t>in</a:t>
            </a:r>
            <a:r>
              <a:rPr sz="1250" i="0">
                <a:solidFill>
                  <a:srgbClr val="1A1A1A"/>
                </a:solidFill>
                <a:latin typeface="Consolas"/>
              </a:rPr>
              <a:t> plans]</a:t>
            </a:r>
          </a:p>
          <a:p>
            <a:pPr algn="l">
              <a:lnSpc>
                <a:spcPct val="106000"/>
              </a:lnSpc>
            </a:pPr>
            <a:endParaRPr sz="1250" i="0">
              <a:solidFill>
                <a:srgbClr val="1A1A1A"/>
              </a:solidFill>
              <a:latin typeface="Consolas"/>
            </a:endParaRP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    </a:t>
            </a:r>
            <a:r>
              <a:rPr sz="1250" i="1">
                <a:solidFill>
                  <a:srgbClr val="787878"/>
                </a:solidFill>
                <a:latin typeface="Consolas"/>
              </a:rPr>
              <a:t># 3. Commit to the first action of the best plan only</a:t>
            </a: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    best = plans[argmax(scores)]</a:t>
            </a: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    state = env.step(best[0])            </a:t>
            </a:r>
            <a:r>
              <a:rPr sz="1250" i="1">
                <a:solidFill>
                  <a:srgbClr val="787878"/>
                </a:solidFill>
                <a:latin typeface="Consolas"/>
              </a:rPr>
              <a:t># &lt;- the only real action taken</a:t>
            </a:r>
          </a:p>
          <a:p>
            <a:pPr algn="l">
              <a:lnSpc>
                <a:spcPct val="106000"/>
              </a:lnSpc>
            </a:pPr>
            <a:endParaRPr sz="1250" i="1">
              <a:solidFill>
                <a:srgbClr val="787878"/>
              </a:solidFill>
              <a:latin typeface="Consolas"/>
            </a:endParaRP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    </a:t>
            </a:r>
            <a:r>
              <a:rPr sz="1250" i="1">
                <a:solidFill>
                  <a:srgbClr val="787878"/>
                </a:solidFill>
                <a:latin typeface="Consolas"/>
              </a:rPr>
              <a:t># 4. Re-plan from the new state (closes the loop on reality)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602480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Calibri"/>
              </a:rPr>
              <a:t>The LLM does not choose which plan is best. It generates candidates; the forward model ranks them.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MPC — exemplar: black-box optimization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39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The problem:</a:t>
            </a:r>
            <a:r>
              <a:rPr sz="1500" b="0">
                <a:solidFill>
                  <a:srgbClr val="1A1A1A"/>
                </a:solidFill>
                <a:latin typeface="Calibri"/>
              </a:rPr>
              <a:t> find the launch angle maximizing range for a projectile under quadratic drag. The agent sees only </a:t>
            </a:r>
            <a:r>
              <a:rPr sz="1350" b="0">
                <a:solidFill>
                  <a:srgbClr val="1A1A1A"/>
                </a:solidFill>
                <a:latin typeface="Consolas"/>
              </a:rPr>
              <a:t>evaluate(angle)</a:t>
            </a:r>
            <a:r>
              <a:rPr sz="1500" b="0">
                <a:solidFill>
                  <a:srgbClr val="1A1A1A"/>
                </a:solidFill>
                <a:latin typeface="Calibri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828800"/>
            <a:ext cx="11057839" cy="701802"/>
          </a:xfrm>
          <a:prstGeom prst="roundRect">
            <a:avLst>
              <a:gd name="adj" fmla="val 3000"/>
            </a:avLst>
          </a:prstGeom>
          <a:solidFill>
            <a:srgbClr val="F7F7F7"/>
          </a:solidFill>
          <a:ln w="9525"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128016" rIns="73152" bIns="128016" rtlCol="0" anchor="t"/>
          <a:lstStyle/>
          <a:p>
            <a:pPr algn="l">
              <a:lnSpc>
                <a:spcPct val="106000"/>
              </a:lnSpc>
            </a:pPr>
            <a:r>
              <a:rPr sz="1350" i="0">
                <a:solidFill>
                  <a:srgbClr val="1A1A1A"/>
                </a:solidFill>
                <a:latin typeface="Consolas"/>
              </a:rPr>
              <a:t>x</a:t>
            </a:r>
            <a:r>
              <a:rPr sz="1350" i="0">
                <a:solidFill>
                  <a:srgbClr val="8C3C14"/>
                </a:solidFill>
                <a:latin typeface="Consolas"/>
              </a:rPr>
              <a:t>''</a:t>
            </a:r>
            <a:r>
              <a:rPr sz="1350" i="0">
                <a:solidFill>
                  <a:srgbClr val="1A1A1A"/>
                </a:solidFill>
                <a:latin typeface="Consolas"/>
              </a:rPr>
              <a:t> = -c_d |v| x</a:t>
            </a:r>
            <a:r>
              <a:rPr sz="1350" i="0">
                <a:solidFill>
                  <a:srgbClr val="8C3C14"/>
                </a:solidFill>
                <a:latin typeface="Consolas"/>
              </a:rPr>
              <a:t>'          y'' = -g - c_d |v| y'</a:t>
            </a:r>
          </a:p>
          <a:p>
            <a:pPr algn="l">
              <a:lnSpc>
                <a:spcPct val="106000"/>
              </a:lnSpc>
            </a:pPr>
            <a:r>
              <a:rPr sz="1350" i="0">
                <a:solidFill>
                  <a:srgbClr val="1A1A1A"/>
                </a:solidFill>
                <a:latin typeface="Consolas"/>
              </a:rPr>
              <a:t>v0 = 50 m/s      c_d = 0.01 1/m      g = 9.81 m/s^2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88920"/>
            <a:ext cx="11057839" cy="9233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500" b="0">
                <a:solidFill>
                  <a:srgbClr val="1A1A1A"/>
                </a:solidFill>
                <a:latin typeface="Calibri"/>
              </a:rPr>
              <a:t>Without drag the optimum is 45°. With drag it drops to about 38°, so the obvious first guess is close but wrong.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500" b="0">
                <a:solidFill>
                  <a:srgbClr val="1A1A1A"/>
                </a:solidFill>
                <a:latin typeface="Calibri"/>
              </a:rPr>
              <a:t>Every </a:t>
            </a:r>
            <a:r>
              <a:rPr sz="1350" b="0">
                <a:solidFill>
                  <a:srgbClr val="1A1A1A"/>
                </a:solidFill>
                <a:latin typeface="Consolas"/>
              </a:rPr>
              <a:t>evaluate</a:t>
            </a:r>
            <a:r>
              <a:rPr sz="1500" b="0">
                <a:solidFill>
                  <a:srgbClr val="1A1A1A"/>
                </a:solidFill>
                <a:latin typeface="Calibri"/>
              </a:rPr>
              <a:t> call is a real ODE integration — the thing we are budgeting.</a:t>
            </a:r>
            <a:r>
              <a:rPr lang="en-US" sz="1500" b="0">
                <a:solidFill>
                  <a:srgbClr val="1A1A1A"/>
                </a:solidFill>
                <a:latin typeface="Calibri"/>
              </a:rPr>
              <a:t> We treat this as an oracle the LLM can’t see inside.</a:t>
            </a:r>
            <a:endParaRPr sz="1500" b="0">
              <a:solidFill>
                <a:srgbClr val="1A1A1A"/>
              </a:solidFill>
              <a:latin typeface="Calibri"/>
            </a:endParaRP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500" b="0">
                <a:solidFill>
                  <a:srgbClr val="1A1A1A"/>
                </a:solidFill>
                <a:latin typeface="Calibri"/>
              </a:rPr>
              <a:t>We have a </a:t>
            </a:r>
            <a:r>
              <a:rPr sz="1500" b="1">
                <a:solidFill>
                  <a:srgbClr val="AA1E1E"/>
                </a:solidFill>
                <a:latin typeface="Calibri"/>
              </a:rPr>
              <a:t>cheap, trusted forward model</a:t>
            </a:r>
            <a:r>
              <a:rPr sz="1500" b="0">
                <a:solidFill>
                  <a:srgbClr val="1A1A1A"/>
                </a:solidFill>
                <a:latin typeface="Calibri"/>
              </a:rPr>
              <a:t>: a surrogate fitted to what we have seen</a:t>
            </a:r>
            <a:r>
              <a:rPr lang="en-US" sz="1500" b="0">
                <a:solidFill>
                  <a:srgbClr val="1A1A1A"/>
                </a:solidFill>
                <a:latin typeface="Calibri"/>
              </a:rPr>
              <a:t> by fitting a polynomial to observations.</a:t>
            </a:r>
            <a:endParaRPr sz="1500" b="0">
              <a:solidFill>
                <a:srgbClr val="1A1A1A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66928" y="4434840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0">
                <a:solidFill>
                  <a:srgbClr val="1A1A1A"/>
                </a:solidFill>
                <a:latin typeface="Calibri"/>
              </a:rPr>
              <a:t>In the notebook the LLM proposes candidate angles and a quadratic surrogate decides which one is worth a real simulation.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074920"/>
            <a:ext cx="11057839" cy="52578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 w="9525">
            <a:solidFill>
              <a:srgbClr val="D6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82296" rIns="146304" bIns="82296" rtlCol="0" anchor="ctr"/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The budget is ten evaluations, three of which are seed points.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MPC — when it wins, and when it doesn’t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40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5486400" cy="16389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400" b="1">
                <a:solidFill>
                  <a:srgbClr val="1A1A1A"/>
                </a:solidFill>
                <a:latin typeface="Calibri"/>
              </a:rPr>
              <a:t>Reach for MPC when: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400" b="0">
                <a:solidFill>
                  <a:srgbClr val="1A1A1A"/>
                </a:solidFill>
                <a:latin typeface="Calibri"/>
              </a:rPr>
              <a:t>A wrong action is </a:t>
            </a:r>
            <a:r>
              <a:rPr sz="1400" b="1">
                <a:solidFill>
                  <a:srgbClr val="AA1E1E"/>
                </a:solidFill>
                <a:latin typeface="Calibri"/>
              </a:rPr>
              <a:t>expensive or irreversible</a:t>
            </a:r>
            <a:r>
              <a:rPr sz="1400" b="0">
                <a:solidFill>
                  <a:srgbClr val="1A1A1A"/>
                </a:solidFill>
                <a:latin typeface="Calibri"/>
              </a:rPr>
              <a:t> — burning budget, committing a mesh, running an experiment.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400" b="0">
                <a:solidFill>
                  <a:srgbClr val="1A1A1A"/>
                </a:solidFill>
                <a:latin typeface="Calibri"/>
              </a:rPr>
              <a:t>You have a </a:t>
            </a:r>
            <a:r>
              <a:rPr sz="1400" b="1">
                <a:solidFill>
                  <a:srgbClr val="AA1E1E"/>
                </a:solidFill>
                <a:latin typeface="Calibri"/>
              </a:rPr>
              <a:t>cheap forward model you trust</a:t>
            </a:r>
            <a:r>
              <a:rPr sz="1400" b="0">
                <a:solidFill>
                  <a:srgbClr val="1A1A1A"/>
                </a:solidFill>
                <a:latin typeface="Calibri"/>
              </a:rPr>
              <a:t> more than the LLM.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lang="en-US" sz="1400" b="0">
                <a:solidFill>
                  <a:srgbClr val="1A1A1A"/>
                </a:solidFill>
                <a:latin typeface="Calibri"/>
              </a:rPr>
              <a:t>The system is non-Markovian</a:t>
            </a:r>
            <a:r>
              <a:rPr sz="1400" b="0">
                <a:solidFill>
                  <a:srgbClr val="1A1A1A"/>
                </a:solidFill>
                <a:latin typeface="Calibri"/>
              </a:rPr>
              <a:t>, so looking </a:t>
            </a:r>
            <a:r>
              <a:rPr sz="1400" b="0" i="1">
                <a:solidFill>
                  <a:srgbClr val="1A1A1A"/>
                </a:solidFill>
                <a:latin typeface="Calibri"/>
              </a:rPr>
              <a:t>N</a:t>
            </a:r>
            <a:r>
              <a:rPr sz="1400" b="0">
                <a:solidFill>
                  <a:srgbClr val="1A1A1A"/>
                </a:solidFill>
                <a:latin typeface="Calibri"/>
              </a:rPr>
              <a:t> steps ahead genuinely differs from looking one step ahead.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080" y="1078992"/>
            <a:ext cx="5257800" cy="185435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400" b="1">
                <a:solidFill>
                  <a:srgbClr val="1A1A1A"/>
                </a:solidFill>
                <a:latin typeface="Calibri"/>
              </a:rPr>
              <a:t>Don’t bother when: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400" b="0">
                <a:solidFill>
                  <a:srgbClr val="1A1A1A"/>
                </a:solidFill>
                <a:latin typeface="Calibri"/>
              </a:rPr>
              <a:t>Simulating a plan costs about what executing it costs — then just execute and observe.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400" b="0">
                <a:solidFill>
                  <a:srgbClr val="1A1A1A"/>
                </a:solidFill>
                <a:latin typeface="Calibri"/>
              </a:rPr>
              <a:t>You have no forward model. Scoring candidates with the same LLM that proposed them costs more without adding information.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400" b="0">
                <a:solidFill>
                  <a:srgbClr val="1A1A1A"/>
                </a:solidFill>
                <a:latin typeface="Calibri"/>
              </a:rPr>
              <a:t>The problem is small and smooth, where </a:t>
            </a:r>
            <a:r>
              <a:rPr lang="en-US" sz="1400" b="0">
                <a:solidFill>
                  <a:srgbClr val="1A1A1A"/>
                </a:solidFill>
                <a:latin typeface="Calibri"/>
              </a:rPr>
              <a:t>the simulation provides a better result without adding AI slop on top of it.</a:t>
            </a:r>
            <a:endParaRPr sz="1400" b="0">
              <a:solidFill>
                <a:srgbClr val="1A1A1A"/>
              </a:solidFill>
              <a:latin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66928" y="4892040"/>
            <a:ext cx="11057839" cy="74066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 w="9525">
            <a:solidFill>
              <a:srgbClr val="D6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82296" rIns="146304" bIns="82296" rtlCol="0" anchor="ctr"/>
          <a:lstStyle/>
          <a:p>
            <a:pPr algn="l"/>
            <a:r>
              <a:rPr sz="1350" b="1">
                <a:solidFill>
                  <a:srgbClr val="1A1A1A"/>
                </a:solidFill>
                <a:latin typeface="Calibri"/>
              </a:rPr>
              <a:t>For this projectile, scipy.optimize.minimize_scalar finds the same optimum with no model at all. Worth checking before reaching for an agent.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651760"/>
            <a:ext cx="11057839" cy="1066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1A1A1A"/>
                </a:solidFill>
                <a:latin typeface="Calibri"/>
              </a:rPr>
              <a:t>Pattern 5 — MCP</a:t>
            </a:r>
          </a:p>
          <a:p>
            <a:pPr algn="ctr">
              <a:spcBef>
                <a:spcPts val="1000"/>
              </a:spcBef>
            </a:pPr>
            <a:r>
              <a:rPr lang="en-US" sz="1700">
                <a:solidFill>
                  <a:srgbClr val="6E6E6E"/>
                </a:solidFill>
                <a:latin typeface="Calibri"/>
              </a:rPr>
              <a:t>a</a:t>
            </a:r>
            <a:r>
              <a:rPr lang="en-US" sz="1700" b="0">
                <a:solidFill>
                  <a:srgbClr val="6E6E6E"/>
                </a:solidFill>
                <a:latin typeface="Calibri"/>
              </a:rPr>
              <a:t> protocol for encapsulating simulators, experiments and other resources</a:t>
            </a:r>
            <a:endParaRPr sz="1700" b="0">
              <a:solidFill>
                <a:srgbClr val="6E6E6E"/>
              </a:solidFill>
              <a:latin typeface="Calibri"/>
            </a:endParaRPr>
          </a:p>
        </p:txBody>
      </p:sp>
      <p:cxnSp>
        <p:nvCxnSpPr>
          <p:cNvPr id="3" name="Connector 2"/>
          <p:cNvCxnSpPr/>
          <p:nvPr/>
        </p:nvCxnSpPr>
        <p:spPr>
          <a:xfrm>
            <a:off x="5394960" y="2395728"/>
            <a:ext cx="1399032" cy="0"/>
          </a:xfrm>
          <a:prstGeom prst="line">
            <a:avLst/>
          </a:prstGeom>
          <a:ln w="31750">
            <a:solidFill>
              <a:srgbClr val="AA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3847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MCP — </a:t>
            </a:r>
            <a:r>
              <a:rPr lang="en-US" sz="2500" b="1">
                <a:solidFill>
                  <a:srgbClr val="1A1A1A"/>
                </a:solidFill>
                <a:latin typeface="Calibri"/>
              </a:rPr>
              <a:t>Model Context Protocol</a:t>
            </a:r>
            <a:endParaRPr sz="2500" b="1">
              <a:solidFill>
                <a:srgbClr val="1A1A1A"/>
              </a:solidFill>
              <a:latin typeface="Calibr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42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11057839" cy="68480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So far, every tool has been a Python function in the same process as the loop. </a:t>
            </a:r>
            <a:r>
              <a:rPr lang="en-US" sz="1500" b="0">
                <a:solidFill>
                  <a:srgbClr val="1A1A1A"/>
                </a:solidFill>
                <a:latin typeface="Calibri"/>
              </a:rPr>
              <a:t>For complex systems, resources may be non-</a:t>
            </a:r>
            <a:r>
              <a:rPr lang="en-US" sz="1500" b="0" err="1">
                <a:solidFill>
                  <a:srgbClr val="1A1A1A"/>
                </a:solidFill>
                <a:latin typeface="Calibri"/>
              </a:rPr>
              <a:t>colocated</a:t>
            </a:r>
            <a:r>
              <a:rPr sz="1500" b="0">
                <a:solidFill>
                  <a:srgbClr val="1A1A1A"/>
                </a:solidFill>
                <a:latin typeface="Calibri"/>
              </a:rPr>
              <a:t>.</a:t>
            </a:r>
          </a:p>
          <a:p>
            <a:r>
              <a:rPr sz="700"/>
              <a:t> </a:t>
            </a:r>
          </a:p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Your solver is:</a:t>
            </a:r>
            <a:r>
              <a:rPr sz="1500" b="0">
                <a:solidFill>
                  <a:srgbClr val="1A1A1A"/>
                </a:solidFill>
                <a:latin typeface="Calibri"/>
              </a:rPr>
              <a:t> a compiled binary. On a cluster. Behind a scheduler. Written by someone else, in Fortran, in 1994. Licensed per seat.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40680" y="2240280"/>
            <a:ext cx="1417320" cy="2011680"/>
          </a:xfrm>
          <a:prstGeom prst="roundRect">
            <a:avLst>
              <a:gd name="adj" fmla="val 10000"/>
            </a:avLst>
          </a:prstGeom>
          <a:solidFill>
            <a:srgbClr val="EDEDED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500" b="1">
                <a:solidFill>
                  <a:srgbClr val="1A1A1A"/>
                </a:solidFill>
                <a:latin typeface="Calibri"/>
              </a:rPr>
              <a:t>MCP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17320" y="2240280"/>
            <a:ext cx="2148840" cy="548640"/>
          </a:xfrm>
          <a:prstGeom prst="roundRect">
            <a:avLst>
              <a:gd name="adj" fmla="val 10000"/>
            </a:avLst>
          </a:prstGeom>
          <a:solidFill>
            <a:srgbClr val="E8EEF7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150" b="0">
                <a:solidFill>
                  <a:srgbClr val="1A1A1A"/>
                </a:solidFill>
                <a:latin typeface="Calibri"/>
              </a:rPr>
              <a:t>ReAct agent</a:t>
            </a:r>
          </a:p>
        </p:txBody>
      </p:sp>
      <p:cxnSp>
        <p:nvCxnSpPr>
          <p:cNvPr id="7" name="Connector 6"/>
          <p:cNvCxnSpPr>
            <a:stCxn id="6" idx="3"/>
            <a:endCxn id="5" idx="1"/>
          </p:cNvCxnSpPr>
          <p:nvPr/>
        </p:nvCxnSpPr>
        <p:spPr>
          <a:xfrm>
            <a:off x="3566160" y="2514600"/>
            <a:ext cx="1874520" cy="731520"/>
          </a:xfrm>
          <a:prstGeom prst="line">
            <a:avLst/>
          </a:prstGeom>
          <a:ln w="15875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1417320" y="2971800"/>
            <a:ext cx="2148840" cy="548640"/>
          </a:xfrm>
          <a:prstGeom prst="roundRect">
            <a:avLst>
              <a:gd name="adj" fmla="val 10000"/>
            </a:avLst>
          </a:prstGeom>
          <a:solidFill>
            <a:srgbClr val="E8EEF7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150" b="0">
                <a:solidFill>
                  <a:srgbClr val="1A1A1A"/>
                </a:solidFill>
                <a:latin typeface="Calibri"/>
              </a:rPr>
              <a:t>LangGraph app</a:t>
            </a:r>
          </a:p>
        </p:txBody>
      </p:sp>
      <p:cxnSp>
        <p:nvCxnSpPr>
          <p:cNvPr id="9" name="Connector 8"/>
          <p:cNvCxnSpPr>
            <a:stCxn id="8" idx="3"/>
            <a:endCxn id="5" idx="1"/>
          </p:cNvCxnSpPr>
          <p:nvPr/>
        </p:nvCxnSpPr>
        <p:spPr>
          <a:xfrm flipV="1">
            <a:off x="3566160" y="3246120"/>
            <a:ext cx="1874520" cy="0"/>
          </a:xfrm>
          <a:prstGeom prst="line">
            <a:avLst/>
          </a:prstGeom>
          <a:ln w="15875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417320" y="3703320"/>
            <a:ext cx="2148840" cy="548640"/>
          </a:xfrm>
          <a:prstGeom prst="roundRect">
            <a:avLst>
              <a:gd name="adj" fmla="val 10000"/>
            </a:avLst>
          </a:prstGeom>
          <a:solidFill>
            <a:srgbClr val="E8EEF7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150" b="0">
                <a:solidFill>
                  <a:srgbClr val="1A1A1A"/>
                </a:solidFill>
                <a:latin typeface="Calibri"/>
              </a:rPr>
              <a:t>Claude / IDE</a:t>
            </a:r>
          </a:p>
        </p:txBody>
      </p:sp>
      <p:cxnSp>
        <p:nvCxnSpPr>
          <p:cNvPr id="11" name="Connector 10"/>
          <p:cNvCxnSpPr>
            <a:stCxn id="10" idx="3"/>
            <a:endCxn id="5" idx="1"/>
          </p:cNvCxnSpPr>
          <p:nvPr/>
        </p:nvCxnSpPr>
        <p:spPr>
          <a:xfrm flipV="1">
            <a:off x="3566160" y="3246120"/>
            <a:ext cx="1874520" cy="731520"/>
          </a:xfrm>
          <a:prstGeom prst="line">
            <a:avLst/>
          </a:prstGeom>
          <a:ln w="15875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732520" y="2240280"/>
            <a:ext cx="2148840" cy="548640"/>
          </a:xfrm>
          <a:prstGeom prst="roundRect">
            <a:avLst>
              <a:gd name="adj" fmla="val 10000"/>
            </a:avLst>
          </a:prstGeom>
          <a:solidFill>
            <a:srgbClr val="E6F2E6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150" b="0">
                <a:solidFill>
                  <a:srgbClr val="1A1A1A"/>
                </a:solidFill>
                <a:latin typeface="Calibri"/>
              </a:rPr>
              <a:t>mesh server</a:t>
            </a:r>
          </a:p>
        </p:txBody>
      </p:sp>
      <p:cxnSp>
        <p:nvCxnSpPr>
          <p:cNvPr id="13" name="Connector 12"/>
          <p:cNvCxnSpPr>
            <a:stCxn id="5" idx="3"/>
            <a:endCxn id="12" idx="1"/>
          </p:cNvCxnSpPr>
          <p:nvPr/>
        </p:nvCxnSpPr>
        <p:spPr>
          <a:xfrm flipV="1">
            <a:off x="6858000" y="2514600"/>
            <a:ext cx="1874520" cy="731520"/>
          </a:xfrm>
          <a:prstGeom prst="line">
            <a:avLst/>
          </a:prstGeom>
          <a:ln w="15875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732520" y="2971800"/>
            <a:ext cx="2148840" cy="548640"/>
          </a:xfrm>
          <a:prstGeom prst="roundRect">
            <a:avLst>
              <a:gd name="adj" fmla="val 10000"/>
            </a:avLst>
          </a:prstGeom>
          <a:solidFill>
            <a:srgbClr val="E6F2E6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150" b="0">
                <a:solidFill>
                  <a:srgbClr val="1A1A1A"/>
                </a:solidFill>
                <a:latin typeface="Calibri"/>
              </a:rPr>
              <a:t>solver server</a:t>
            </a:r>
          </a:p>
        </p:txBody>
      </p:sp>
      <p:cxnSp>
        <p:nvCxnSpPr>
          <p:cNvPr id="15" name="Connector 14"/>
          <p:cNvCxnSpPr>
            <a:stCxn id="5" idx="3"/>
            <a:endCxn id="14" idx="1"/>
          </p:cNvCxnSpPr>
          <p:nvPr/>
        </p:nvCxnSpPr>
        <p:spPr>
          <a:xfrm flipV="1">
            <a:off x="6858000" y="3246120"/>
            <a:ext cx="1874520" cy="0"/>
          </a:xfrm>
          <a:prstGeom prst="line">
            <a:avLst/>
          </a:prstGeom>
          <a:ln w="15875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732520" y="3703320"/>
            <a:ext cx="2148840" cy="548640"/>
          </a:xfrm>
          <a:prstGeom prst="roundRect">
            <a:avLst>
              <a:gd name="adj" fmla="val 10000"/>
            </a:avLst>
          </a:prstGeom>
          <a:solidFill>
            <a:srgbClr val="E6F2E6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lang="en-US" sz="1150" b="0">
                <a:solidFill>
                  <a:srgbClr val="1A1A1A"/>
                </a:solidFill>
                <a:latin typeface="Calibri"/>
              </a:rPr>
              <a:t>3D printing</a:t>
            </a:r>
            <a:r>
              <a:rPr sz="1150" b="0">
                <a:solidFill>
                  <a:srgbClr val="1A1A1A"/>
                </a:solidFill>
                <a:latin typeface="Calibri"/>
              </a:rPr>
              <a:t> server</a:t>
            </a:r>
          </a:p>
        </p:txBody>
      </p:sp>
      <p:cxnSp>
        <p:nvCxnSpPr>
          <p:cNvPr id="17" name="Connector 16"/>
          <p:cNvCxnSpPr>
            <a:stCxn id="5" idx="3"/>
            <a:endCxn id="16" idx="1"/>
          </p:cNvCxnSpPr>
          <p:nvPr/>
        </p:nvCxnSpPr>
        <p:spPr>
          <a:xfrm>
            <a:off x="6858000" y="3246120"/>
            <a:ext cx="1874520" cy="731520"/>
          </a:xfrm>
          <a:prstGeom prst="line">
            <a:avLst/>
          </a:prstGeom>
          <a:ln w="15875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66928" y="4709160"/>
            <a:ext cx="11057839" cy="6924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MCP standardizes the contract between the two sides: </a:t>
            </a:r>
            <a:r>
              <a:rPr sz="1500" b="1">
                <a:solidFill>
                  <a:srgbClr val="AA1E1E"/>
                </a:solidFill>
                <a:latin typeface="Calibri"/>
              </a:rPr>
              <a:t>write your solver’s tool surface once</a:t>
            </a:r>
            <a:r>
              <a:rPr sz="1500" b="0">
                <a:solidFill>
                  <a:srgbClr val="1A1A1A"/>
                </a:solidFill>
                <a:latin typeface="Calibri"/>
              </a:rPr>
              <a:t>, and any MCP-speaking client can drive it</a:t>
            </a:r>
            <a:r>
              <a:rPr lang="en-US" sz="1500" b="0">
                <a:solidFill>
                  <a:srgbClr val="1A1A1A"/>
                </a:solidFill>
                <a:latin typeface="Calibri"/>
              </a:rPr>
              <a:t>. This is argued by some to be the equivalent of publishing </a:t>
            </a:r>
            <a:r>
              <a:rPr lang="en-US" sz="1500" b="0" err="1">
                <a:solidFill>
                  <a:srgbClr val="1A1A1A"/>
                </a:solidFill>
                <a:latin typeface="Calibri"/>
              </a:rPr>
              <a:t>Github</a:t>
            </a:r>
            <a:r>
              <a:rPr lang="en-US" sz="1500" b="0">
                <a:solidFill>
                  <a:srgbClr val="1A1A1A"/>
                </a:solidFill>
                <a:latin typeface="Calibri"/>
              </a:rPr>
              <a:t> code alongside a paper ten years ago – if you build an MCP server you can ensure that your tool can be driven by an LLM.</a:t>
            </a:r>
            <a:endParaRPr sz="1500" b="0">
              <a:solidFill>
                <a:srgbClr val="1A1A1A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MCP — syntax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43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Server side: decorate the functions you want to expose.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645920"/>
            <a:ext cx="11057839" cy="3558032"/>
          </a:xfrm>
          <a:prstGeom prst="roundRect">
            <a:avLst>
              <a:gd name="adj" fmla="val 3000"/>
            </a:avLst>
          </a:prstGeom>
          <a:solidFill>
            <a:srgbClr val="F7F7F7"/>
          </a:solidFill>
          <a:ln w="9525"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128016" rIns="73152" bIns="128016" rtlCol="0" anchor="t"/>
          <a:lstStyle/>
          <a:p>
            <a:pPr algn="l">
              <a:lnSpc>
                <a:spcPct val="106000"/>
              </a:lnSpc>
            </a:pPr>
            <a:r>
              <a:rPr sz="1250" i="0">
                <a:solidFill>
                  <a:srgbClr val="005AA0"/>
                </a:solidFill>
                <a:latin typeface="Consolas"/>
              </a:rPr>
              <a:t>from </a:t>
            </a:r>
            <a:r>
              <a:rPr sz="1250" i="0">
                <a:solidFill>
                  <a:srgbClr val="1A1A1A"/>
                </a:solidFill>
                <a:latin typeface="Consolas"/>
              </a:rPr>
              <a:t>mcp.server.mcpserver </a:t>
            </a:r>
            <a:r>
              <a:rPr sz="1250" i="0">
                <a:solidFill>
                  <a:srgbClr val="005AA0"/>
                </a:solidFill>
                <a:latin typeface="Consolas"/>
              </a:rPr>
              <a:t>import </a:t>
            </a:r>
            <a:r>
              <a:rPr sz="1250" i="0">
                <a:solidFill>
                  <a:srgbClr val="1A1A1A"/>
                </a:solidFill>
                <a:latin typeface="Consolas"/>
              </a:rPr>
              <a:t>MCPServer</a:t>
            </a:r>
          </a:p>
          <a:p>
            <a:pPr algn="l">
              <a:lnSpc>
                <a:spcPct val="106000"/>
              </a:lnSpc>
            </a:pPr>
            <a:endParaRPr sz="1250" i="0">
              <a:solidFill>
                <a:srgbClr val="1A1A1A"/>
              </a:solidFill>
              <a:latin typeface="Consolas"/>
            </a:endParaRP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mcp = MCPServer(name=</a:t>
            </a:r>
            <a:r>
              <a:rPr sz="1250" i="0">
                <a:solidFill>
                  <a:srgbClr val="8C3C14"/>
                </a:solidFill>
                <a:latin typeface="Consolas"/>
              </a:rPr>
              <a:t>"fem-tools"</a:t>
            </a:r>
            <a:r>
              <a:rPr sz="1250" i="0">
                <a:solidFill>
                  <a:srgbClr val="1A1A1A"/>
                </a:solidFill>
                <a:latin typeface="Consolas"/>
              </a:rPr>
              <a:t>)</a:t>
            </a:r>
          </a:p>
          <a:p>
            <a:pPr algn="l">
              <a:lnSpc>
                <a:spcPct val="106000"/>
              </a:lnSpc>
            </a:pPr>
            <a:endParaRPr sz="1250" i="0">
              <a:solidFill>
                <a:srgbClr val="1A1A1A"/>
              </a:solidFill>
              <a:latin typeface="Consolas"/>
            </a:endParaRP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@mcp.tool()</a:t>
            </a: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005AA0"/>
                </a:solidFill>
                <a:latin typeface="Consolas"/>
              </a:rPr>
              <a:t>def</a:t>
            </a:r>
            <a:r>
              <a:rPr sz="1250" i="0">
                <a:solidFill>
                  <a:srgbClr val="1A1A1A"/>
                </a:solidFill>
                <a:latin typeface="Consolas"/>
              </a:rPr>
              <a:t> solve_poisson(mesh_id: int) -&gt; dict:</a:t>
            </a: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    </a:t>
            </a:r>
            <a:r>
              <a:rPr sz="1250" i="0">
                <a:solidFill>
                  <a:srgbClr val="8C3C14"/>
                </a:solidFill>
                <a:latin typeface="Consolas"/>
              </a:rPr>
              <a:t>"""Solve -Laplacian(u) = 1 with u=0 on the boundary."""</a:t>
            </a: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    u, basis = solve_poisson_on(MESH_REGISTRY[mesh_id])</a:t>
            </a: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    </a:t>
            </a:r>
            <a:r>
              <a:rPr sz="1250" i="0">
                <a:solidFill>
                  <a:srgbClr val="005AA0"/>
                </a:solidFill>
                <a:latin typeface="Consolas"/>
              </a:rPr>
              <a:t>return</a:t>
            </a:r>
            <a:r>
              <a:rPr sz="1250" i="0">
                <a:solidFill>
                  <a:srgbClr val="1A1A1A"/>
                </a:solidFill>
                <a:latin typeface="Consolas"/>
              </a:rPr>
              <a:t> {</a:t>
            </a:r>
            <a:r>
              <a:rPr sz="1250" i="0">
                <a:solidFill>
                  <a:srgbClr val="8C3C14"/>
                </a:solidFill>
                <a:latin typeface="Consolas"/>
              </a:rPr>
              <a:t>"dofs"</a:t>
            </a:r>
            <a:r>
              <a:rPr sz="1250" i="0">
                <a:solidFill>
                  <a:srgbClr val="1A1A1A"/>
                </a:solidFill>
                <a:latin typeface="Consolas"/>
              </a:rPr>
              <a:t>: int(basis.N), </a:t>
            </a:r>
            <a:r>
              <a:rPr sz="1250" i="0">
                <a:solidFill>
                  <a:srgbClr val="8C3C14"/>
                </a:solidFill>
                <a:latin typeface="Consolas"/>
              </a:rPr>
              <a:t>"H1_error"</a:t>
            </a:r>
            <a:r>
              <a:rPr sz="1250" i="0">
                <a:solidFill>
                  <a:srgbClr val="1A1A1A"/>
                </a:solidFill>
                <a:latin typeface="Consolas"/>
              </a:rPr>
              <a:t>: h1_error(...)}</a:t>
            </a:r>
          </a:p>
          <a:p>
            <a:pPr algn="l">
              <a:lnSpc>
                <a:spcPct val="106000"/>
              </a:lnSpc>
            </a:pPr>
            <a:endParaRPr sz="1250" i="0">
              <a:solidFill>
                <a:srgbClr val="1A1A1A"/>
              </a:solidFill>
              <a:latin typeface="Consolas"/>
            </a:endParaRP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@mcp.tool()</a:t>
            </a: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005AA0"/>
                </a:solidFill>
                <a:latin typeface="Consolas"/>
              </a:rPr>
              <a:t>def</a:t>
            </a:r>
            <a:r>
              <a:rPr sz="1250" i="0">
                <a:solidFill>
                  <a:srgbClr val="1A1A1A"/>
                </a:solidFill>
                <a:latin typeface="Consolas"/>
              </a:rPr>
              <a:t> refine_by_threshold(mesh_id: int, theta: float = 0.5) -&gt; dict:</a:t>
            </a: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    </a:t>
            </a:r>
            <a:r>
              <a:rPr sz="1250" i="0">
                <a:solidFill>
                  <a:srgbClr val="8C3C14"/>
                </a:solidFill>
                <a:latin typeface="Consolas"/>
              </a:rPr>
              <a:t>"""Doerfler-mark and refine. theta in (0,1)."""</a:t>
            </a: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    ...</a:t>
            </a:r>
          </a:p>
          <a:p>
            <a:pPr algn="l">
              <a:lnSpc>
                <a:spcPct val="106000"/>
              </a:lnSpc>
            </a:pPr>
            <a:endParaRPr sz="1250" i="0">
              <a:solidFill>
                <a:srgbClr val="1A1A1A"/>
              </a:solidFill>
              <a:latin typeface="Consolas"/>
            </a:endParaRP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mcp.run(transport=</a:t>
            </a:r>
            <a:r>
              <a:rPr sz="1250" i="0">
                <a:solidFill>
                  <a:srgbClr val="8C3C14"/>
                </a:solidFill>
                <a:latin typeface="Consolas"/>
              </a:rPr>
              <a:t>"stdio"</a:t>
            </a:r>
            <a:r>
              <a:rPr sz="1250" i="0">
                <a:solidFill>
                  <a:srgbClr val="1A1A1A"/>
                </a:solidFill>
                <a:latin typeface="Consolas"/>
              </a:rPr>
              <a:t>)      </a:t>
            </a:r>
            <a:r>
              <a:rPr sz="1250" i="1">
                <a:solidFill>
                  <a:srgbClr val="787878"/>
                </a:solidFill>
                <a:latin typeface="Consolas"/>
              </a:rPr>
              <a:t># or "streamable-http"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7" y="5203952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The type hints and docstrings </a:t>
            </a:r>
            <a:r>
              <a:rPr sz="1500" b="0" i="1">
                <a:solidFill>
                  <a:srgbClr val="1A1A1A"/>
                </a:solidFill>
                <a:latin typeface="Calibri"/>
              </a:rPr>
              <a:t>become</a:t>
            </a:r>
            <a:r>
              <a:rPr sz="1500" b="0">
                <a:solidFill>
                  <a:srgbClr val="1A1A1A"/>
                </a:solidFill>
                <a:latin typeface="Calibri"/>
              </a:rPr>
              <a:t> the JSON schema. Notice this is the same information as the “what a tool is” slide — MCP does not change what a tool is, only </a:t>
            </a:r>
            <a:r>
              <a:rPr lang="en-US" sz="1500" b="1">
                <a:solidFill>
                  <a:srgbClr val="AA1E1E"/>
                </a:solidFill>
                <a:latin typeface="Calibri"/>
              </a:rPr>
              <a:t>how</a:t>
            </a:r>
            <a:r>
              <a:rPr sz="1500" b="1">
                <a:solidFill>
                  <a:srgbClr val="AA1E1E"/>
                </a:solidFill>
                <a:latin typeface="Calibri"/>
              </a:rPr>
              <a:t> </a:t>
            </a:r>
            <a:r>
              <a:rPr lang="en-US" sz="1500" b="1">
                <a:solidFill>
                  <a:srgbClr val="AA1E1E"/>
                </a:solidFill>
                <a:latin typeface="Calibri"/>
              </a:rPr>
              <a:t>it can be accessed by an LLM.</a:t>
            </a:r>
            <a:endParaRPr sz="1500" b="0">
              <a:solidFill>
                <a:srgbClr val="1A1A1A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Choosing: a decision guide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44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80160"/>
          <a:ext cx="11057838" cy="28529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77069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508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A1A1A"/>
                          </a:solidFill>
                          <a:latin typeface="Calibri"/>
                        </a:rPr>
                        <a:t>If this is true of your problem…</a:t>
                      </a:r>
                    </a:p>
                  </a:txBody>
                  <a:tcPr marL="82296" marR="54864" marT="27432" marB="27432" anchor="ctr">
                    <a:solidFill>
                      <a:srgbClr val="ECEF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A1A1A"/>
                          </a:solidFill>
                          <a:latin typeface="Calibri"/>
                        </a:rPr>
                        <a:t>start here</a:t>
                      </a:r>
                    </a:p>
                  </a:txBody>
                  <a:tcPr marL="82296" marR="54864" marT="27432" marB="27432" anchor="ctr">
                    <a:solidFill>
                      <a:srgbClr val="ECEF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I can’t specify the procedure in advance, and mistakes are cheap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A1A1A"/>
                          </a:solidFill>
                          <a:latin typeface="Calibri"/>
                        </a:rPr>
                        <a:t>ReAct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Something must </a:t>
                      </a:r>
                      <a:r>
                        <a:rPr sz="1400" b="0" i="1">
                          <a:solidFill>
                            <a:srgbClr val="1A1A1A"/>
                          </a:solidFill>
                          <a:latin typeface="Calibri"/>
                        </a:rPr>
                        <a:t>always</a:t>
                      </a:r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 happen (verify, log, approve), or a human signs off on the result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A1A1A"/>
                          </a:solidFill>
                          <a:latin typeface="Calibri"/>
                        </a:rPr>
                        <a:t>LangGraph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The roles need different tools and different incentives, and I want the disagreement on record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A1A1A"/>
                          </a:solidFill>
                          <a:latin typeface="Calibri"/>
                        </a:rPr>
                        <a:t>AutoGen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Actions are expensive or irreversible, and I own a forward model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A1A1A"/>
                          </a:solidFill>
                          <a:latin typeface="Calibri"/>
                        </a:rPr>
                        <a:t>MPC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My tools live in another process, language, or machine — or others need to reuse them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A1A1A"/>
                          </a:solidFill>
                          <a:latin typeface="Calibri"/>
                        </a:rPr>
                        <a:t>MCP</a:t>
                      </a:r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 (with any of the above)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651760"/>
            <a:ext cx="1105783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1A1A1A"/>
                </a:solidFill>
                <a:latin typeface="Calibri"/>
              </a:rPr>
              <a:t>Scientific computing
as a tool surface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394960" y="2395728"/>
            <a:ext cx="1399032" cy="0"/>
          </a:xfrm>
          <a:prstGeom prst="line">
            <a:avLst/>
          </a:prstGeom>
          <a:ln w="31750">
            <a:solidFill>
              <a:srgbClr val="AA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scikit-fem: the whole workflow in 30 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46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566928" y="1188720"/>
            <a:ext cx="11057839" cy="4177157"/>
          </a:xfrm>
          <a:prstGeom prst="roundRect">
            <a:avLst>
              <a:gd name="adj" fmla="val 3000"/>
            </a:avLst>
          </a:prstGeom>
          <a:solidFill>
            <a:srgbClr val="F7F7F7"/>
          </a:solidFill>
          <a:ln w="9525"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128016" rIns="73152" bIns="128016" rtlCol="0" anchor="t"/>
          <a:lstStyle/>
          <a:p>
            <a:pPr algn="l">
              <a:lnSpc>
                <a:spcPct val="106000"/>
              </a:lnSpc>
            </a:pPr>
            <a:r>
              <a:rPr sz="1250" i="0">
                <a:solidFill>
                  <a:srgbClr val="005AA0"/>
                </a:solidFill>
                <a:latin typeface="Consolas"/>
              </a:rPr>
              <a:t>from</a:t>
            </a:r>
            <a:r>
              <a:rPr sz="1250" i="0">
                <a:solidFill>
                  <a:srgbClr val="1A1A1A"/>
                </a:solidFill>
                <a:latin typeface="Consolas"/>
              </a:rPr>
              <a:t> skfem </a:t>
            </a:r>
            <a:r>
              <a:rPr sz="1250" i="0">
                <a:solidFill>
                  <a:srgbClr val="005AA0"/>
                </a:solidFill>
                <a:latin typeface="Consolas"/>
              </a:rPr>
              <a:t>import</a:t>
            </a:r>
            <a:r>
              <a:rPr sz="1250" i="0">
                <a:solidFill>
                  <a:srgbClr val="1A1A1A"/>
                </a:solidFill>
                <a:latin typeface="Consolas"/>
              </a:rPr>
              <a:t> *</a:t>
            </a: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005AA0"/>
                </a:solidFill>
                <a:latin typeface="Consolas"/>
              </a:rPr>
              <a:t>from</a:t>
            </a:r>
            <a:r>
              <a:rPr sz="1250" i="0">
                <a:solidFill>
                  <a:srgbClr val="1A1A1A"/>
                </a:solidFill>
                <a:latin typeface="Consolas"/>
              </a:rPr>
              <a:t> skfem.helpers </a:t>
            </a:r>
            <a:r>
              <a:rPr sz="1250" i="0">
                <a:solidFill>
                  <a:srgbClr val="005AA0"/>
                </a:solidFill>
                <a:latin typeface="Consolas"/>
              </a:rPr>
              <a:t>import</a:t>
            </a:r>
            <a:r>
              <a:rPr sz="1250" i="0">
                <a:solidFill>
                  <a:srgbClr val="1A1A1A"/>
                </a:solidFill>
                <a:latin typeface="Consolas"/>
              </a:rPr>
              <a:t> dot, grad</a:t>
            </a:r>
          </a:p>
          <a:p>
            <a:pPr algn="l">
              <a:lnSpc>
                <a:spcPct val="106000"/>
              </a:lnSpc>
            </a:pPr>
            <a:endParaRPr sz="1250" i="0">
              <a:solidFill>
                <a:srgbClr val="1A1A1A"/>
              </a:solidFill>
              <a:latin typeface="Consolas"/>
            </a:endParaRP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@BilinearForm                       </a:t>
            </a:r>
            <a:r>
              <a:rPr sz="1250" i="1">
                <a:solidFill>
                  <a:srgbClr val="787878"/>
                </a:solidFill>
                <a:latin typeface="Consolas"/>
              </a:rPr>
              <a:t># weak form:  a(u,v) = int grad u . grad v</a:t>
            </a: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005AA0"/>
                </a:solidFill>
                <a:latin typeface="Consolas"/>
              </a:rPr>
              <a:t>def</a:t>
            </a:r>
            <a:r>
              <a:rPr sz="1250" i="0">
                <a:solidFill>
                  <a:srgbClr val="1A1A1A"/>
                </a:solidFill>
                <a:latin typeface="Consolas"/>
              </a:rPr>
              <a:t> stiffness(u, v, w):</a:t>
            </a: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    </a:t>
            </a:r>
            <a:r>
              <a:rPr sz="1250" i="0">
                <a:solidFill>
                  <a:srgbClr val="005AA0"/>
                </a:solidFill>
                <a:latin typeface="Consolas"/>
              </a:rPr>
              <a:t>return</a:t>
            </a:r>
            <a:r>
              <a:rPr sz="1250" i="0">
                <a:solidFill>
                  <a:srgbClr val="1A1A1A"/>
                </a:solidFill>
                <a:latin typeface="Consolas"/>
              </a:rPr>
              <a:t> dot(grad(u), grad(v))</a:t>
            </a:r>
          </a:p>
          <a:p>
            <a:pPr algn="l">
              <a:lnSpc>
                <a:spcPct val="106000"/>
              </a:lnSpc>
            </a:pPr>
            <a:endParaRPr sz="1250" i="0">
              <a:solidFill>
                <a:srgbClr val="1A1A1A"/>
              </a:solidFill>
              <a:latin typeface="Consolas"/>
            </a:endParaRP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@LinearForm                         </a:t>
            </a:r>
            <a:r>
              <a:rPr sz="1250" i="1">
                <a:solidFill>
                  <a:srgbClr val="787878"/>
                </a:solidFill>
                <a:latin typeface="Consolas"/>
              </a:rPr>
              <a:t># load:       L(v)   = int 1 * v</a:t>
            </a: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005AA0"/>
                </a:solidFill>
                <a:latin typeface="Consolas"/>
              </a:rPr>
              <a:t>def</a:t>
            </a:r>
            <a:r>
              <a:rPr sz="1250" i="0">
                <a:solidFill>
                  <a:srgbClr val="1A1A1A"/>
                </a:solidFill>
                <a:latin typeface="Consolas"/>
              </a:rPr>
              <a:t> unit_load(v, w):</a:t>
            </a: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    </a:t>
            </a:r>
            <a:r>
              <a:rPr sz="1250" i="0">
                <a:solidFill>
                  <a:srgbClr val="005AA0"/>
                </a:solidFill>
                <a:latin typeface="Consolas"/>
              </a:rPr>
              <a:t>return</a:t>
            </a:r>
            <a:r>
              <a:rPr sz="1250" i="0">
                <a:solidFill>
                  <a:srgbClr val="1A1A1A"/>
                </a:solidFill>
                <a:latin typeface="Consolas"/>
              </a:rPr>
              <a:t> 1.0 * v</a:t>
            </a:r>
          </a:p>
          <a:p>
            <a:pPr algn="l">
              <a:lnSpc>
                <a:spcPct val="106000"/>
              </a:lnSpc>
            </a:pPr>
            <a:endParaRPr sz="1250" i="0">
              <a:solidFill>
                <a:srgbClr val="1A1A1A"/>
              </a:solidFill>
              <a:latin typeface="Consolas"/>
            </a:endParaRP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mesh  = MeshTri.init_lshaped().refined(2)      </a:t>
            </a:r>
            <a:r>
              <a:rPr sz="1250" i="1">
                <a:solidFill>
                  <a:srgbClr val="787878"/>
                </a:solidFill>
                <a:latin typeface="Consolas"/>
              </a:rPr>
              <a:t># "CAD" + mesh</a:t>
            </a: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basis = Basis(mesh, ElementTriP1())            </a:t>
            </a:r>
            <a:r>
              <a:rPr sz="1250" i="1">
                <a:solidFill>
                  <a:srgbClr val="787878"/>
                </a:solidFill>
                <a:latin typeface="Consolas"/>
              </a:rPr>
              <a:t># discretization</a:t>
            </a:r>
          </a:p>
          <a:p>
            <a:pPr algn="l">
              <a:lnSpc>
                <a:spcPct val="106000"/>
              </a:lnSpc>
            </a:pPr>
            <a:endParaRPr sz="1250" i="1">
              <a:solidFill>
                <a:srgbClr val="787878"/>
              </a:solidFill>
              <a:latin typeface="Consolas"/>
            </a:endParaRP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K = stiffness.assemble(basis)                  </a:t>
            </a:r>
            <a:r>
              <a:rPr sz="1250" i="1">
                <a:solidFill>
                  <a:srgbClr val="787878"/>
                </a:solidFill>
                <a:latin typeface="Consolas"/>
              </a:rPr>
              <a:t># assemble</a:t>
            </a: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b = unit_load.assemble(basis)</a:t>
            </a: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u = solve(*condense(K, b, D=mesh.boundary_nodes()))   </a:t>
            </a:r>
            <a:r>
              <a:rPr sz="1250" i="1">
                <a:solidFill>
                  <a:srgbClr val="787878"/>
                </a:solidFill>
                <a:latin typeface="Consolas"/>
              </a:rPr>
              <a:t># solve</a:t>
            </a:r>
          </a:p>
          <a:p>
            <a:pPr algn="l">
              <a:lnSpc>
                <a:spcPct val="106000"/>
              </a:lnSpc>
            </a:pPr>
            <a:endParaRPr sz="1250" i="1">
              <a:solidFill>
                <a:srgbClr val="787878"/>
              </a:solidFill>
              <a:latin typeface="Consolas"/>
            </a:endParaRP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mesh.draw(); basis.plot(u)                     </a:t>
            </a:r>
            <a:r>
              <a:rPr sz="1250" i="1">
                <a:solidFill>
                  <a:srgbClr val="787878"/>
                </a:solidFill>
                <a:latin typeface="Consolas"/>
              </a:rPr>
              <a:t># post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486400"/>
            <a:ext cx="11057839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lang="en-US" sz="1400" b="0">
                <a:solidFill>
                  <a:srgbClr val="1A1A1A"/>
                </a:solidFill>
                <a:latin typeface="Calibri"/>
              </a:rPr>
              <a:t>We use scikit-fem because it is pip-installable in Colab and has a compact FEniCS-like syntax that is accessible without any complicated build process.</a:t>
            </a:r>
            <a:endParaRPr sz="1400" b="0">
              <a:solidFill>
                <a:srgbClr val="1A1A1A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Re-cutting the workflow as tools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47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Calibri"/>
              </a:rPr>
              <a:t>The agent cannot hold a </a:t>
            </a:r>
            <a:r>
              <a:rPr sz="1400" b="0">
                <a:solidFill>
                  <a:srgbClr val="1A1A1A"/>
                </a:solidFill>
                <a:latin typeface="Consolas"/>
              </a:rPr>
              <a:t>MeshTri</a:t>
            </a:r>
            <a:r>
              <a:rPr sz="1550" b="0">
                <a:solidFill>
                  <a:srgbClr val="1A1A1A"/>
                </a:solidFill>
                <a:latin typeface="Calibri"/>
              </a:rPr>
              <a:t> object. It can hold an integer.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72768"/>
            <a:ext cx="11057839" cy="3227832"/>
          </a:xfrm>
          <a:prstGeom prst="roundRect">
            <a:avLst>
              <a:gd name="adj" fmla="val 3000"/>
            </a:avLst>
          </a:prstGeom>
          <a:solidFill>
            <a:srgbClr val="F7F7F7"/>
          </a:solidFill>
          <a:ln w="9525"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128016" rIns="73152" bIns="128016" rtlCol="0" anchor="t"/>
          <a:lstStyle/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MESH_REGISTRY = {}                </a:t>
            </a:r>
            <a:r>
              <a:rPr sz="1200" i="1">
                <a:solidFill>
                  <a:srgbClr val="787878"/>
                </a:solidFill>
                <a:latin typeface="Consolas"/>
              </a:rPr>
              <a:t># int -&gt; mesh.  The agent sees only the int.</a:t>
            </a: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NEXT_ID = [0]</a:t>
            </a:r>
          </a:p>
          <a:p>
            <a:pPr algn="l">
              <a:lnSpc>
                <a:spcPct val="106000"/>
              </a:lnSpc>
            </a:pPr>
            <a:endParaRPr sz="1200" i="0">
              <a:solidFill>
                <a:srgbClr val="1A1A1A"/>
              </a:solidFill>
              <a:latin typeface="Consolas"/>
            </a:endParaRP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005AA0"/>
                </a:solidFill>
                <a:latin typeface="Consolas"/>
              </a:rPr>
              <a:t>def</a:t>
            </a:r>
            <a:r>
              <a:rPr sz="1200" i="0">
                <a:solidFill>
                  <a:srgbClr val="1A1A1A"/>
                </a:solidFill>
                <a:latin typeface="Consolas"/>
              </a:rPr>
              <a:t> _register(mesh):</a:t>
            </a: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    mid = NEXT_ID[0]; NEXT_ID[0] += 1</a:t>
            </a: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    MESH_REGISTRY[mid] = mesh</a:t>
            </a: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    </a:t>
            </a:r>
            <a:r>
              <a:rPr sz="1200" i="0">
                <a:solidFill>
                  <a:srgbClr val="005AA0"/>
                </a:solidFill>
                <a:latin typeface="Consolas"/>
              </a:rPr>
              <a:t>return</a:t>
            </a:r>
            <a:r>
              <a:rPr sz="1200" i="0">
                <a:solidFill>
                  <a:srgbClr val="1A1A1A"/>
                </a:solidFill>
                <a:latin typeface="Consolas"/>
              </a:rPr>
              <a:t> mid</a:t>
            </a:r>
          </a:p>
          <a:p>
            <a:pPr algn="l">
              <a:lnSpc>
                <a:spcPct val="106000"/>
              </a:lnSpc>
            </a:pPr>
            <a:endParaRPr sz="1200" i="0">
              <a:solidFill>
                <a:srgbClr val="1A1A1A"/>
              </a:solidFill>
              <a:latin typeface="Consolas"/>
            </a:endParaRP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005AA0"/>
                </a:solidFill>
                <a:latin typeface="Consolas"/>
              </a:rPr>
              <a:t>def</a:t>
            </a:r>
            <a:r>
              <a:rPr sz="1200" i="0">
                <a:solidFill>
                  <a:srgbClr val="1A1A1A"/>
                </a:solidFill>
                <a:latin typeface="Consolas"/>
              </a:rPr>
              <a:t> tool_solve_poisson(mesh_id: int):</a:t>
            </a: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    m = MESH_REGISTRY.get(mesh_id)</a:t>
            </a: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    </a:t>
            </a:r>
            <a:r>
              <a:rPr sz="1200" i="0">
                <a:solidFill>
                  <a:srgbClr val="005AA0"/>
                </a:solidFill>
                <a:latin typeface="Consolas"/>
              </a:rPr>
              <a:t>if</a:t>
            </a:r>
            <a:r>
              <a:rPr sz="1200" i="0">
                <a:solidFill>
                  <a:srgbClr val="1A1A1A"/>
                </a:solidFill>
                <a:latin typeface="Consolas"/>
              </a:rPr>
              <a:t> m is </a:t>
            </a:r>
            <a:r>
              <a:rPr sz="1200" i="0">
                <a:solidFill>
                  <a:srgbClr val="005AA0"/>
                </a:solidFill>
                <a:latin typeface="Consolas"/>
              </a:rPr>
              <a:t>None</a:t>
            </a:r>
            <a:r>
              <a:rPr sz="1200" i="0">
                <a:solidFill>
                  <a:srgbClr val="1A1A1A"/>
                </a:solidFill>
                <a:latin typeface="Consolas"/>
              </a:rPr>
              <a:t>:</a:t>
            </a: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        </a:t>
            </a:r>
            <a:r>
              <a:rPr sz="1200" i="0">
                <a:solidFill>
                  <a:srgbClr val="005AA0"/>
                </a:solidFill>
                <a:latin typeface="Consolas"/>
              </a:rPr>
              <a:t>return</a:t>
            </a:r>
            <a:r>
              <a:rPr sz="1200" i="0">
                <a:solidFill>
                  <a:srgbClr val="1A1A1A"/>
                </a:solidFill>
                <a:latin typeface="Consolas"/>
              </a:rPr>
              <a:t> {</a:t>
            </a:r>
            <a:r>
              <a:rPr sz="1200" i="0">
                <a:solidFill>
                  <a:srgbClr val="8C3C14"/>
                </a:solidFill>
                <a:latin typeface="Consolas"/>
              </a:rPr>
              <a:t>"error"</a:t>
            </a:r>
            <a:r>
              <a:rPr sz="1200" i="0">
                <a:solidFill>
                  <a:srgbClr val="1A1A1A"/>
                </a:solidFill>
                <a:latin typeface="Consolas"/>
              </a:rPr>
              <a:t>: f</a:t>
            </a:r>
            <a:r>
              <a:rPr sz="1200" i="0">
                <a:solidFill>
                  <a:srgbClr val="8C3C14"/>
                </a:solidFill>
                <a:latin typeface="Consolas"/>
              </a:rPr>
              <a:t>"no mesh with id {mesh_id}"</a:t>
            </a:r>
            <a:r>
              <a:rPr sz="1200" i="0">
                <a:solidFill>
                  <a:srgbClr val="1A1A1A"/>
                </a:solidFill>
                <a:latin typeface="Consolas"/>
              </a:rPr>
              <a:t>}     </a:t>
            </a:r>
            <a:r>
              <a:rPr sz="1200" i="1">
                <a:solidFill>
                  <a:srgbClr val="787878"/>
                </a:solidFill>
                <a:latin typeface="Consolas"/>
              </a:rPr>
              <a:t># observation, not crash</a:t>
            </a: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    u, basis = solve_poisson_on(m)</a:t>
            </a: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    </a:t>
            </a:r>
            <a:r>
              <a:rPr sz="1200" i="0">
                <a:solidFill>
                  <a:srgbClr val="005AA0"/>
                </a:solidFill>
                <a:latin typeface="Consolas"/>
              </a:rPr>
              <a:t>return</a:t>
            </a:r>
            <a:r>
              <a:rPr sz="1200" i="0">
                <a:solidFill>
                  <a:srgbClr val="1A1A1A"/>
                </a:solidFill>
                <a:latin typeface="Consolas"/>
              </a:rPr>
              <a:t> {</a:t>
            </a:r>
            <a:r>
              <a:rPr sz="1200" i="0">
                <a:solidFill>
                  <a:srgbClr val="8C3C14"/>
                </a:solidFill>
                <a:latin typeface="Consolas"/>
              </a:rPr>
              <a:t>"mesh_id"</a:t>
            </a:r>
            <a:r>
              <a:rPr sz="1200" i="0">
                <a:solidFill>
                  <a:srgbClr val="1A1A1A"/>
                </a:solidFill>
                <a:latin typeface="Consolas"/>
              </a:rPr>
              <a:t>: mesh_id, </a:t>
            </a:r>
            <a:r>
              <a:rPr sz="1200" i="0">
                <a:solidFill>
                  <a:srgbClr val="8C3C14"/>
                </a:solidFill>
                <a:latin typeface="Consolas"/>
              </a:rPr>
              <a:t>"dofs"</a:t>
            </a:r>
            <a:r>
              <a:rPr sz="1200" i="0">
                <a:solidFill>
                  <a:srgbClr val="1A1A1A"/>
                </a:solidFill>
                <a:latin typeface="Consolas"/>
              </a:rPr>
              <a:t>: int(basis.N),</a:t>
            </a: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            </a:t>
            </a:r>
            <a:r>
              <a:rPr sz="1200" i="0">
                <a:solidFill>
                  <a:srgbClr val="8C3C14"/>
                </a:solidFill>
                <a:latin typeface="Consolas"/>
              </a:rPr>
              <a:t>"H1_error"</a:t>
            </a:r>
            <a:r>
              <a:rPr sz="1200" i="0">
                <a:solidFill>
                  <a:srgbClr val="1A1A1A"/>
                </a:solidFill>
                <a:latin typeface="Consolas"/>
              </a:rPr>
              <a:t>: h1_error(m, u)}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937760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The handle pattern generalises. Meshes, solver contexts, CAD bodies, open files, database cursors — anything with identity and no JSON representation gets an integer and a registry.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Task: adaptive refinement on the L-shape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48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70408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450" b="0">
                <a:solidFill>
                  <a:srgbClr val="1A1A1A"/>
                </a:solidFill>
                <a:latin typeface="Calibri"/>
              </a:rPr>
              <a:t>Poisson with uniform forcing:</a:t>
            </a:r>
          </a:p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450" b="0">
                <a:solidFill>
                  <a:srgbClr val="1A1A1A"/>
                </a:solidFill>
                <a:latin typeface="Calibri"/>
              </a:rPr>
              <a:t>        −Δu = 1  in Ω,        u = 0  on ∂Ω.</a:t>
            </a:r>
          </a:p>
          <a:p>
            <a:r>
              <a:rPr sz="700"/>
              <a:t> </a:t>
            </a:r>
          </a:p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450" b="0">
                <a:solidFill>
                  <a:srgbClr val="1A1A1A"/>
                </a:solidFill>
                <a:latin typeface="Calibri"/>
              </a:rPr>
              <a:t>The re-entrant corner gives a singular solution</a:t>
            </a:r>
          </a:p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450" b="0">
                <a:solidFill>
                  <a:srgbClr val="1A1A1A"/>
                </a:solidFill>
                <a:latin typeface="Calibri"/>
              </a:rPr>
              <a:t>        u ∼ r^(2/3) · sin(2θ/3),</a:t>
            </a:r>
          </a:p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450" b="0">
                <a:solidFill>
                  <a:srgbClr val="1A1A1A"/>
                </a:solidFill>
                <a:latin typeface="Calibri"/>
              </a:rPr>
              <a:t>so u ∈ H^(5/3−ε) but u ∉ H².</a:t>
            </a:r>
          </a:p>
          <a:p>
            <a:r>
              <a:rPr sz="700"/>
              <a:t> </a:t>
            </a:r>
          </a:p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450" b="1">
                <a:solidFill>
                  <a:srgbClr val="1A1A1A"/>
                </a:solidFill>
                <a:latin typeface="Calibri"/>
              </a:rPr>
              <a:t>P1 elements, expected rates: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450" b="1">
                <a:solidFill>
                  <a:srgbClr val="1A1A1A"/>
                </a:solidFill>
                <a:latin typeface="Calibri"/>
              </a:rPr>
              <a:t>Uniform</a:t>
            </a:r>
            <a:r>
              <a:rPr sz="1450" b="0">
                <a:solidFill>
                  <a:srgbClr val="1A1A1A"/>
                </a:solidFill>
                <a:latin typeface="Calibri"/>
              </a:rPr>
              <a:t> refinement: O(h^(2/3)) asymptotically. Pre-asymptotically you often see 0.7–0.95.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450" b="1">
                <a:solidFill>
                  <a:srgbClr val="1A1A1A"/>
                </a:solidFill>
                <a:latin typeface="Calibri"/>
              </a:rPr>
              <a:t>Adaptive</a:t>
            </a:r>
            <a:r>
              <a:rPr sz="1450" b="0">
                <a:solidFill>
                  <a:srgbClr val="1A1A1A"/>
                </a:solidFill>
                <a:latin typeface="Calibri"/>
              </a:rPr>
              <a:t> refinement: optimal O(N^(−1/2)), i.e. rate 1 against h ∼ N^(−1/2).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709160"/>
            <a:ext cx="7040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That gap between the two rates is what adaptive meshing buys you. We are going to make an agent rediscover it.</a:t>
            </a:r>
          </a:p>
        </p:txBody>
      </p:sp>
      <p:sp>
        <p:nvSpPr>
          <p:cNvPr id="6" name="Freeform 5"/>
          <p:cNvSpPr/>
          <p:nvPr/>
        </p:nvSpPr>
        <p:spPr>
          <a:xfrm>
            <a:off x="8092440" y="1691640"/>
            <a:ext cx="2596896" cy="2596896"/>
          </a:xfrm>
          <a:custGeom>
            <a:avLst/>
            <a:gdLst/>
            <a:ahLst/>
            <a:cxnLst/>
            <a:rect l="l" t="t" r="r" b="b"/>
            <a:pathLst>
              <a:path w="2596896" h="2596896">
                <a:moveTo>
                  <a:pt x="1298448" y="1298448"/>
                </a:moveTo>
                <a:lnTo>
                  <a:pt x="2596896" y="1298448"/>
                </a:lnTo>
                <a:lnTo>
                  <a:pt x="2596896" y="0"/>
                </a:lnTo>
                <a:lnTo>
                  <a:pt x="0" y="0"/>
                </a:lnTo>
                <a:lnTo>
                  <a:pt x="0" y="2596896"/>
                </a:lnTo>
                <a:lnTo>
                  <a:pt x="1298448" y="2596896"/>
                </a:lnTo>
                <a:close/>
              </a:path>
            </a:pathLst>
          </a:custGeom>
          <a:solidFill>
            <a:srgbClr val="E8EEF7"/>
          </a:solidFill>
          <a:ln w="222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340596" y="2939796"/>
            <a:ext cx="100584" cy="100584"/>
          </a:xfrm>
          <a:prstGeom prst="ellipse">
            <a:avLst/>
          </a:prstGeom>
          <a:solidFill>
            <a:srgbClr val="AA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500615" y="3081528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>
                <a:solidFill>
                  <a:srgbClr val="6E6E6E"/>
                </a:solidFill>
                <a:latin typeface="Calibri"/>
              </a:rPr>
              <a:t>re-entrant</a:t>
            </a:r>
          </a:p>
          <a:p>
            <a:pPr algn="l"/>
            <a:r>
              <a:rPr sz="1050" b="0">
                <a:solidFill>
                  <a:srgbClr val="6E6E6E"/>
                </a:solidFill>
                <a:latin typeface="Calibri"/>
              </a:rPr>
              <a:t>corner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60" y="219456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500" b="0">
                <a:solidFill>
                  <a:srgbClr val="1A1A1A"/>
                </a:solidFill>
                <a:latin typeface="Calibri"/>
              </a:rPr>
              <a:t>Ω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3847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2500" b="1">
                <a:solidFill>
                  <a:srgbClr val="1A1A1A"/>
                </a:solidFill>
                <a:latin typeface="Calibri"/>
              </a:rPr>
              <a:t>The process for adaptive FEM</a:t>
            </a:r>
            <a:endParaRPr sz="2500" b="1">
              <a:solidFill>
                <a:srgbClr val="1A1A1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1. A local error indicator ηₖ.</a:t>
            </a:r>
            <a:r>
              <a:rPr sz="1500" b="0">
                <a:solidFill>
                  <a:srgbClr val="1A1A1A"/>
                </a:solidFill>
                <a:latin typeface="Calibri"/>
              </a:rPr>
              <a:t>  For each element K, a computable proxy for how much error lives there. We use the gradient-jump indicator:</a:t>
            </a:r>
          </a:p>
        </p:txBody>
      </p:sp>
      <p:pic>
        <p:nvPicPr>
          <p:cNvPr id="5" name="Picture 4" descr="indica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1874519"/>
            <a:ext cx="4217833" cy="7132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2743200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450" b="0">
                <a:solidFill>
                  <a:srgbClr val="1A1A1A"/>
                </a:solidFill>
                <a:latin typeface="Calibri"/>
              </a:rPr>
              <a:t>P1 gradients are discontinuous across element edges, and the size of the jump correlates with the local error.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337560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2. Dörfler marking.</a:t>
            </a:r>
            <a:r>
              <a:rPr sz="1500" b="0">
                <a:solidFill>
                  <a:srgbClr val="1A1A1A"/>
                </a:solidFill>
                <a:latin typeface="Calibri"/>
              </a:rPr>
              <a:t>  Pick a bulk fraction θ ∈ (0,1). Mark the smallest set M whose squared indicators capture a fraction θ of the total:</a:t>
            </a:r>
          </a:p>
          <a:p>
            <a:r>
              <a:rPr sz="700"/>
              <a:t> </a:t>
            </a:r>
          </a:p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        Σ(K ∈ M)  η²ₖ      ≥      θ · Σ(K)  η²ₖ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AA2CD42-3271-BA83-4905-4A98FC222B6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1672"/>
          <a:stretch>
            <a:fillRect/>
          </a:stretch>
        </p:blipFill>
        <p:spPr>
          <a:xfrm>
            <a:off x="566928" y="4288536"/>
            <a:ext cx="10098537" cy="256946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49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Tools the FEM agent gets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50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Each takes a </a:t>
            </a:r>
            <a:r>
              <a:rPr sz="1350" b="0">
                <a:solidFill>
                  <a:srgbClr val="1A1A1A"/>
                </a:solidFill>
                <a:latin typeface="Consolas"/>
              </a:rPr>
              <a:t>mesh_id</a:t>
            </a:r>
            <a:r>
              <a:rPr sz="1500" b="0">
                <a:solidFill>
                  <a:srgbClr val="1A1A1A"/>
                </a:solidFill>
                <a:latin typeface="Calibri"/>
              </a:rPr>
              <a:t> and returns a dict.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554480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350" b="0">
                <a:solidFill>
                  <a:srgbClr val="1A1A1A"/>
                </a:solidFill>
                <a:latin typeface="Consolas"/>
              </a:rPr>
              <a:t>solve_poisson(mesh_id)</a:t>
            </a:r>
            <a:r>
              <a:rPr sz="1500" b="0">
                <a:solidFill>
                  <a:srgbClr val="1A1A1A"/>
                </a:solidFill>
                <a:latin typeface="Calibri"/>
              </a:rPr>
              <a:t>  →  </a:t>
            </a:r>
            <a:r>
              <a:rPr sz="1350" b="0">
                <a:solidFill>
                  <a:srgbClr val="1A1A1A"/>
                </a:solidFill>
                <a:latin typeface="Consolas"/>
              </a:rPr>
              <a:t>{dofs, H1_error}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350" b="0">
                <a:solidFill>
                  <a:srgbClr val="1A1A1A"/>
                </a:solidFill>
                <a:latin typeface="Consolas"/>
              </a:rPr>
              <a:t>local_indicators(mesh_id)</a:t>
            </a:r>
            <a:r>
              <a:rPr sz="1500" b="0">
                <a:solidFill>
                  <a:srgbClr val="1A1A1A"/>
                </a:solidFill>
                <a:latin typeface="Calibri"/>
              </a:rPr>
              <a:t>  →  summary stats of ηₖ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350" b="0">
                <a:solidFill>
                  <a:srgbClr val="1A1A1A"/>
                </a:solidFill>
                <a:latin typeface="Consolas"/>
              </a:rPr>
              <a:t>uniform_refine(mesh_id)</a:t>
            </a:r>
            <a:r>
              <a:rPr sz="1500" b="0">
                <a:solidFill>
                  <a:srgbClr val="1A1A1A"/>
                </a:solidFill>
                <a:latin typeface="Calibri"/>
              </a:rPr>
              <a:t>  →  new mesh id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350" b="0">
                <a:solidFill>
                  <a:srgbClr val="1A1A1A"/>
                </a:solidFill>
                <a:latin typeface="Consolas"/>
              </a:rPr>
              <a:t>refine_by_threshold(mesh_id, theta)</a:t>
            </a:r>
            <a:r>
              <a:rPr sz="1500" b="0">
                <a:solidFill>
                  <a:srgbClr val="1A1A1A"/>
                </a:solidFill>
                <a:latin typeface="Calibri"/>
              </a:rPr>
              <a:t>  →  Dörfler-mark and refine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350" b="0">
                <a:solidFill>
                  <a:srgbClr val="1A1A1A"/>
                </a:solidFill>
                <a:latin typeface="Consolas"/>
              </a:rPr>
              <a:t>check_convergence_rate()</a:t>
            </a:r>
            <a:r>
              <a:rPr sz="1500" b="0">
                <a:solidFill>
                  <a:srgbClr val="1A1A1A"/>
                </a:solidFill>
                <a:latin typeface="Calibri"/>
              </a:rPr>
              <a:t>  →  log-log slope of the last 3 solves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350" b="0">
                <a:solidFill>
                  <a:srgbClr val="1A1A1A"/>
                </a:solidFill>
                <a:latin typeface="Consolas"/>
              </a:rPr>
              <a:t>stop(reason)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794760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Guardrails, in the tools: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350" b="0">
                <a:solidFill>
                  <a:srgbClr val="1A1A1A"/>
                </a:solidFill>
                <a:latin typeface="Consolas"/>
              </a:rPr>
              <a:t>MAX_DOFS = 20000</a:t>
            </a:r>
            <a:r>
              <a:rPr sz="1500" b="0">
                <a:solidFill>
                  <a:srgbClr val="1A1A1A"/>
                </a:solidFill>
                <a:latin typeface="Calibri"/>
              </a:rPr>
              <a:t> — a refinement that would exceed it returns an error observation instead of allocating.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500" b="0">
                <a:solidFill>
                  <a:srgbClr val="1A1A1A"/>
                </a:solidFill>
                <a:latin typeface="Calibri"/>
              </a:rPr>
              <a:t>Every dispatch is </a:t>
            </a:r>
            <a:r>
              <a:rPr sz="1350" b="0">
                <a:solidFill>
                  <a:srgbClr val="1A1A1A"/>
                </a:solidFill>
                <a:latin typeface="Consolas"/>
              </a:rPr>
              <a:t>try/except</a:t>
            </a:r>
            <a:r>
              <a:rPr sz="1500" b="0">
                <a:solidFill>
                  <a:srgbClr val="1A1A1A"/>
                </a:solidFill>
                <a:latin typeface="Calibri"/>
              </a:rPr>
              <a:t> wrapped.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350" b="0">
                <a:solidFill>
                  <a:srgbClr val="1A1A1A"/>
                </a:solidFill>
                <a:latin typeface="Consolas"/>
              </a:rPr>
              <a:t>stop</a:t>
            </a:r>
            <a:r>
              <a:rPr sz="1500" b="0">
                <a:solidFill>
                  <a:srgbClr val="1A1A1A"/>
                </a:solidFill>
                <a:latin typeface="Calibri"/>
              </a:rPr>
              <a:t> is the only terminal tool.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50</Slides>
  <Notes>7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1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revision>1</cp:revision>
  <dcterms:created xsi:type="dcterms:W3CDTF">2013-01-27T09:14:16Z</dcterms:created>
  <dcterms:modified xsi:type="dcterms:W3CDTF">2026-09-08T11:18:27Z</dcterms:modified>
  <cp:category/>
</cp:coreProperties>
</file>